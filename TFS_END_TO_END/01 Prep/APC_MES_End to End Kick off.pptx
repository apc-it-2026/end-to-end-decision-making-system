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2.xml" ContentType="application/vnd.openxmlformats-officedocument.themeOverride+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10789" r:id="rId3"/>
    <p:sldId id="10778" r:id="rId4"/>
    <p:sldId id="10788" r:id="rId5"/>
    <p:sldId id="10795" r:id="rId6"/>
    <p:sldId id="10790" r:id="rId7"/>
    <p:sldId id="10801" r:id="rId8"/>
    <p:sldId id="10802" r:id="rId9"/>
    <p:sldId id="10777" r:id="rId10"/>
    <p:sldId id="10785" r:id="rId11"/>
    <p:sldId id="261" r:id="rId12"/>
  </p:sldIdLst>
  <p:sldSz cx="12192000" cy="6858000"/>
  <p:notesSz cx="7004050" cy="9223375"/>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8656C7AB-63F8-42B9-AC75-D31A51D574FA}">
          <p14:sldIdLst>
            <p14:sldId id="256"/>
            <p14:sldId id="10789"/>
            <p14:sldId id="10778"/>
            <p14:sldId id="10788"/>
            <p14:sldId id="10795"/>
            <p14:sldId id="10790"/>
            <p14:sldId id="10801"/>
            <p14:sldId id="10802"/>
            <p14:sldId id="10777"/>
            <p14:sldId id="10785"/>
            <p14:sldId id="26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28"/>
    <a:srgbClr val="DB6A03"/>
    <a:srgbClr val="A104CC"/>
    <a:srgbClr val="8A70F8"/>
    <a:srgbClr val="1641F6"/>
    <a:srgbClr val="E3F3D1"/>
    <a:srgbClr val="DEF0E8"/>
    <a:srgbClr val="158957"/>
    <a:srgbClr val="199DB7"/>
    <a:srgbClr val="1F92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03" autoAdjust="0"/>
    <p:restoredTop sz="93995" autoAdjust="0"/>
  </p:normalViewPr>
  <p:slideViewPr>
    <p:cSldViewPr snapToGrid="0">
      <p:cViewPr varScale="1">
        <p:scale>
          <a:sx n="109" d="100"/>
          <a:sy n="109" d="100"/>
        </p:scale>
        <p:origin x="288" y="90"/>
      </p:cViewPr>
      <p:guideLst>
        <p:guide orient="horz" pos="2160"/>
        <p:guide pos="3840"/>
      </p:guideLst>
    </p:cSldViewPr>
  </p:slideViewPr>
  <p:outlineViewPr>
    <p:cViewPr>
      <p:scale>
        <a:sx n="33" d="100"/>
        <a:sy n="33" d="100"/>
      </p:scale>
      <p:origin x="260" y="6468"/>
    </p:cViewPr>
  </p:outlin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987C1C-F2F2-4BE4-8348-D181AEE18CA0}" type="doc">
      <dgm:prSet loTypeId="urn:microsoft.com/office/officeart/2005/8/layout/pyramid2" loCatId="pyramid" qsTypeId="urn:microsoft.com/office/officeart/2005/8/quickstyle/simple1" qsCatId="simple" csTypeId="urn:microsoft.com/office/officeart/2005/8/colors/accent2_4" csCatId="accent2" phldr="1"/>
      <dgm:spPr/>
    </dgm:pt>
    <dgm:pt modelId="{84A60182-1CCB-45BD-B28E-ECF00955C162}">
      <dgm:prSet phldrT="[文本]" custT="1"/>
      <dgm:spPr/>
      <dgm:t>
        <a:bodyPr/>
        <a:lstStyle/>
        <a:p>
          <a:r>
            <a:rPr lang="en-US" altLang="en-US" sz="1800" b="1" dirty="0" smtClean="0">
              <a:solidFill>
                <a:schemeClr val="tx1"/>
              </a:solidFill>
              <a:latin typeface="微软雅黑" pitchFamily="34" charset="-122"/>
              <a:ea typeface="微软雅黑" pitchFamily="34" charset="-122"/>
            </a:rPr>
            <a:t>Project Sponsors</a:t>
          </a:r>
          <a:endParaRPr lang="zh-CN" altLang="en-US" sz="1800" b="1" dirty="0">
            <a:solidFill>
              <a:schemeClr val="tx1"/>
            </a:solidFill>
          </a:endParaRPr>
        </a:p>
      </dgm:t>
    </dgm:pt>
    <dgm:pt modelId="{D8FD96F0-7982-4A4A-9ECE-1FBD446C458C}" type="parTrans" cxnId="{D788143C-0E48-4422-8237-20D2BCC2F3EA}">
      <dgm:prSet/>
      <dgm:spPr/>
      <dgm:t>
        <a:bodyPr/>
        <a:lstStyle/>
        <a:p>
          <a:endParaRPr lang="zh-CN" altLang="en-US"/>
        </a:p>
      </dgm:t>
    </dgm:pt>
    <dgm:pt modelId="{5D43F9ED-E4CD-4251-B893-142F610EE789}" type="sibTrans" cxnId="{D788143C-0E48-4422-8237-20D2BCC2F3EA}">
      <dgm:prSet/>
      <dgm:spPr/>
      <dgm:t>
        <a:bodyPr/>
        <a:lstStyle/>
        <a:p>
          <a:endParaRPr lang="zh-CN" altLang="en-US"/>
        </a:p>
      </dgm:t>
    </dgm:pt>
    <dgm:pt modelId="{0CD2B499-98DB-49AA-8684-D78D977BF684}">
      <dgm:prSet phldrT="[文本]" custT="1"/>
      <dgm:spPr/>
      <dgm:t>
        <a:bodyPr/>
        <a:lstStyle/>
        <a:p>
          <a:r>
            <a:rPr lang="en-US" altLang="en-US" sz="1800" b="1" dirty="0" smtClean="0">
              <a:solidFill>
                <a:schemeClr val="tx1"/>
              </a:solidFill>
              <a:latin typeface="微软雅黑" pitchFamily="34" charset="-122"/>
              <a:ea typeface="微软雅黑" pitchFamily="34" charset="-122"/>
            </a:rPr>
            <a:t>Steering Committee</a:t>
          </a:r>
          <a:endParaRPr lang="zh-CN" altLang="en-US" sz="1800" b="1" dirty="0">
            <a:solidFill>
              <a:schemeClr val="tx1"/>
            </a:solidFill>
          </a:endParaRPr>
        </a:p>
      </dgm:t>
    </dgm:pt>
    <dgm:pt modelId="{9AFA6593-5820-4F51-8920-FAD2B4B8D0EF}" type="parTrans" cxnId="{CD585ED5-B5A5-4382-93BC-82D87C0AE29C}">
      <dgm:prSet/>
      <dgm:spPr/>
      <dgm:t>
        <a:bodyPr/>
        <a:lstStyle/>
        <a:p>
          <a:endParaRPr lang="zh-CN" altLang="en-US"/>
        </a:p>
      </dgm:t>
    </dgm:pt>
    <dgm:pt modelId="{D0A88D4E-C5F3-4BF0-9FD3-7260BC58C800}" type="sibTrans" cxnId="{CD585ED5-B5A5-4382-93BC-82D87C0AE29C}">
      <dgm:prSet/>
      <dgm:spPr/>
      <dgm:t>
        <a:bodyPr/>
        <a:lstStyle/>
        <a:p>
          <a:endParaRPr lang="zh-CN" altLang="en-US"/>
        </a:p>
      </dgm:t>
    </dgm:pt>
    <dgm:pt modelId="{616A4D92-5E36-4532-AC3B-E69803B5731A}">
      <dgm:prSet phldrT="[文本]" custT="1"/>
      <dgm:spPr/>
      <dgm:t>
        <a:bodyPr/>
        <a:lstStyle/>
        <a:p>
          <a:r>
            <a:rPr lang="en-US" altLang="zh-CN" sz="1800" b="1" dirty="0" smtClean="0">
              <a:solidFill>
                <a:schemeClr val="tx1"/>
              </a:solidFill>
              <a:latin typeface="微软雅黑" pitchFamily="34" charset="-122"/>
              <a:ea typeface="微软雅黑" pitchFamily="34" charset="-122"/>
            </a:rPr>
            <a:t>PMO</a:t>
          </a:r>
          <a:endParaRPr lang="zh-CN" altLang="en-US" sz="1800" b="1" dirty="0">
            <a:solidFill>
              <a:schemeClr val="tx1"/>
            </a:solidFill>
          </a:endParaRPr>
        </a:p>
      </dgm:t>
    </dgm:pt>
    <dgm:pt modelId="{9D2D2BBB-F959-4B35-B196-58F2B8515B1A}" type="parTrans" cxnId="{99059E5D-FC1A-4BB0-B457-1C24CEFEC2E9}">
      <dgm:prSet/>
      <dgm:spPr/>
      <dgm:t>
        <a:bodyPr/>
        <a:lstStyle/>
        <a:p>
          <a:endParaRPr lang="zh-CN" altLang="en-US"/>
        </a:p>
      </dgm:t>
    </dgm:pt>
    <dgm:pt modelId="{ECB36308-8531-4356-B75C-39E70F9FCD03}" type="sibTrans" cxnId="{99059E5D-FC1A-4BB0-B457-1C24CEFEC2E9}">
      <dgm:prSet/>
      <dgm:spPr/>
      <dgm:t>
        <a:bodyPr/>
        <a:lstStyle/>
        <a:p>
          <a:endParaRPr lang="zh-CN" altLang="en-US"/>
        </a:p>
      </dgm:t>
    </dgm:pt>
    <dgm:pt modelId="{BC7F94C7-3DB0-49E6-A705-E24DF922E08F}">
      <dgm:prSet phldrT="[文本]" custT="1"/>
      <dgm:spPr/>
      <dgm:t>
        <a:bodyPr/>
        <a:lstStyle/>
        <a:p>
          <a:r>
            <a:rPr lang="en-US" altLang="en-US" sz="1800" b="1" dirty="0" smtClean="0">
              <a:solidFill>
                <a:schemeClr val="tx1"/>
              </a:solidFill>
            </a:rPr>
            <a:t>Core Biz Process Group</a:t>
          </a:r>
          <a:endParaRPr lang="zh-CN" altLang="en-US" sz="1800" b="1" dirty="0">
            <a:solidFill>
              <a:schemeClr val="tx1"/>
            </a:solidFill>
          </a:endParaRPr>
        </a:p>
      </dgm:t>
    </dgm:pt>
    <dgm:pt modelId="{1B4953E8-B6C9-4F84-8B4A-1FF5E28CDA7C}" type="parTrans" cxnId="{9B78BBE2-B226-41A2-8FAC-D31DB11D97A6}">
      <dgm:prSet/>
      <dgm:spPr/>
      <dgm:t>
        <a:bodyPr/>
        <a:lstStyle/>
        <a:p>
          <a:endParaRPr lang="zh-CN" altLang="en-US"/>
        </a:p>
      </dgm:t>
    </dgm:pt>
    <dgm:pt modelId="{CA16CD81-3101-4582-917A-99ABE448E4AC}" type="sibTrans" cxnId="{9B78BBE2-B226-41A2-8FAC-D31DB11D97A6}">
      <dgm:prSet/>
      <dgm:spPr/>
      <dgm:t>
        <a:bodyPr/>
        <a:lstStyle/>
        <a:p>
          <a:endParaRPr lang="zh-CN" altLang="en-US"/>
        </a:p>
      </dgm:t>
    </dgm:pt>
    <dgm:pt modelId="{5C89616D-061F-4CFF-9BE6-4CE59BCFA5F5}">
      <dgm:prSet phldrT="[文本]" custT="1"/>
      <dgm:spPr/>
      <dgm:t>
        <a:bodyPr/>
        <a:lstStyle/>
        <a:p>
          <a:r>
            <a:rPr lang="en-US" altLang="zh-CN" sz="1800" b="1" dirty="0" smtClean="0">
              <a:solidFill>
                <a:schemeClr val="tx1"/>
              </a:solidFill>
            </a:rPr>
            <a:t>Biz Process Owner/Leader</a:t>
          </a:r>
          <a:endParaRPr lang="zh-CN" altLang="en-US" sz="1800" b="1" dirty="0">
            <a:solidFill>
              <a:schemeClr val="tx1"/>
            </a:solidFill>
          </a:endParaRPr>
        </a:p>
      </dgm:t>
    </dgm:pt>
    <dgm:pt modelId="{CA7B9BAF-303F-4406-8D3D-B3D05F373B55}" type="parTrans" cxnId="{C175DB51-67C7-43A0-824A-7B5A65AFB136}">
      <dgm:prSet/>
      <dgm:spPr/>
      <dgm:t>
        <a:bodyPr/>
        <a:lstStyle/>
        <a:p>
          <a:endParaRPr lang="zh-CN" altLang="en-US"/>
        </a:p>
      </dgm:t>
    </dgm:pt>
    <dgm:pt modelId="{66F679E9-AF32-429F-8A0C-826299A6A8C6}" type="sibTrans" cxnId="{C175DB51-67C7-43A0-824A-7B5A65AFB136}">
      <dgm:prSet/>
      <dgm:spPr/>
      <dgm:t>
        <a:bodyPr/>
        <a:lstStyle/>
        <a:p>
          <a:endParaRPr lang="zh-CN" altLang="en-US"/>
        </a:p>
      </dgm:t>
    </dgm:pt>
    <dgm:pt modelId="{842CD1B9-4327-4D3E-8CE5-0E88DE57DD22}" type="pres">
      <dgm:prSet presAssocID="{A0987C1C-F2F2-4BE4-8348-D181AEE18CA0}" presName="compositeShape" presStyleCnt="0">
        <dgm:presLayoutVars>
          <dgm:dir/>
          <dgm:resizeHandles/>
        </dgm:presLayoutVars>
      </dgm:prSet>
      <dgm:spPr/>
    </dgm:pt>
    <dgm:pt modelId="{69279831-83EC-423F-BEB6-A29E16271AD9}" type="pres">
      <dgm:prSet presAssocID="{A0987C1C-F2F2-4BE4-8348-D181AEE18CA0}" presName="pyramid" presStyleLbl="node1" presStyleIdx="0" presStyleCnt="1" custLinFactNeighborX="16976" custLinFactNeighborY="-7770"/>
      <dgm:spPr/>
    </dgm:pt>
    <dgm:pt modelId="{55792F55-A88B-48B0-969A-7A955A31DF01}" type="pres">
      <dgm:prSet presAssocID="{A0987C1C-F2F2-4BE4-8348-D181AEE18CA0}" presName="theList" presStyleCnt="0"/>
      <dgm:spPr/>
    </dgm:pt>
    <dgm:pt modelId="{9449B51D-31FB-4463-A7CD-88903B92C126}" type="pres">
      <dgm:prSet presAssocID="{84A60182-1CCB-45BD-B28E-ECF00955C162}" presName="aNode" presStyleLbl="fgAcc1" presStyleIdx="0" presStyleCnt="5">
        <dgm:presLayoutVars>
          <dgm:bulletEnabled val="1"/>
        </dgm:presLayoutVars>
      </dgm:prSet>
      <dgm:spPr/>
      <dgm:t>
        <a:bodyPr/>
        <a:lstStyle/>
        <a:p>
          <a:endParaRPr lang="zh-CN" altLang="en-US"/>
        </a:p>
      </dgm:t>
    </dgm:pt>
    <dgm:pt modelId="{8220A9B9-DF59-46A3-8D7C-257450134AC3}" type="pres">
      <dgm:prSet presAssocID="{84A60182-1CCB-45BD-B28E-ECF00955C162}" presName="aSpace" presStyleCnt="0"/>
      <dgm:spPr/>
    </dgm:pt>
    <dgm:pt modelId="{7D7A24D9-943F-4280-87CC-B32936AE08F8}" type="pres">
      <dgm:prSet presAssocID="{0CD2B499-98DB-49AA-8684-D78D977BF684}" presName="aNode" presStyleLbl="fgAcc1" presStyleIdx="1" presStyleCnt="5">
        <dgm:presLayoutVars>
          <dgm:bulletEnabled val="1"/>
        </dgm:presLayoutVars>
      </dgm:prSet>
      <dgm:spPr/>
      <dgm:t>
        <a:bodyPr/>
        <a:lstStyle/>
        <a:p>
          <a:endParaRPr lang="zh-CN" altLang="en-US"/>
        </a:p>
      </dgm:t>
    </dgm:pt>
    <dgm:pt modelId="{485AF49B-B934-4BF0-99D1-542BF56041F8}" type="pres">
      <dgm:prSet presAssocID="{0CD2B499-98DB-49AA-8684-D78D977BF684}" presName="aSpace" presStyleCnt="0"/>
      <dgm:spPr/>
    </dgm:pt>
    <dgm:pt modelId="{9A51CCCD-434C-4CE2-AD46-9E536CD9BD70}" type="pres">
      <dgm:prSet presAssocID="{5C89616D-061F-4CFF-9BE6-4CE59BCFA5F5}" presName="aNode" presStyleLbl="fgAcc1" presStyleIdx="2" presStyleCnt="5">
        <dgm:presLayoutVars>
          <dgm:bulletEnabled val="1"/>
        </dgm:presLayoutVars>
      </dgm:prSet>
      <dgm:spPr/>
      <dgm:t>
        <a:bodyPr/>
        <a:lstStyle/>
        <a:p>
          <a:endParaRPr lang="zh-CN" altLang="en-US"/>
        </a:p>
      </dgm:t>
    </dgm:pt>
    <dgm:pt modelId="{6155CB4A-93AE-4E96-AA43-3525A4012A3F}" type="pres">
      <dgm:prSet presAssocID="{5C89616D-061F-4CFF-9BE6-4CE59BCFA5F5}" presName="aSpace" presStyleCnt="0"/>
      <dgm:spPr/>
    </dgm:pt>
    <dgm:pt modelId="{4D0FA19D-0539-407C-973B-A8CD0AE52A3D}" type="pres">
      <dgm:prSet presAssocID="{616A4D92-5E36-4532-AC3B-E69803B5731A}" presName="aNode" presStyleLbl="fgAcc1" presStyleIdx="3" presStyleCnt="5">
        <dgm:presLayoutVars>
          <dgm:bulletEnabled val="1"/>
        </dgm:presLayoutVars>
      </dgm:prSet>
      <dgm:spPr/>
      <dgm:t>
        <a:bodyPr/>
        <a:lstStyle/>
        <a:p>
          <a:endParaRPr lang="zh-CN" altLang="en-US"/>
        </a:p>
      </dgm:t>
    </dgm:pt>
    <dgm:pt modelId="{96C94279-755C-4D8A-BCB0-44B19B375B57}" type="pres">
      <dgm:prSet presAssocID="{616A4D92-5E36-4532-AC3B-E69803B5731A}" presName="aSpace" presStyleCnt="0"/>
      <dgm:spPr/>
    </dgm:pt>
    <dgm:pt modelId="{BBA35173-7524-46D6-B761-E1EFA68CCC6C}" type="pres">
      <dgm:prSet presAssocID="{BC7F94C7-3DB0-49E6-A705-E24DF922E08F}" presName="aNode" presStyleLbl="fgAcc1" presStyleIdx="4" presStyleCnt="5">
        <dgm:presLayoutVars>
          <dgm:bulletEnabled val="1"/>
        </dgm:presLayoutVars>
      </dgm:prSet>
      <dgm:spPr/>
      <dgm:t>
        <a:bodyPr/>
        <a:lstStyle/>
        <a:p>
          <a:endParaRPr lang="zh-CN" altLang="en-US"/>
        </a:p>
      </dgm:t>
    </dgm:pt>
    <dgm:pt modelId="{31067D27-44B2-44B3-AB78-DF9688C83F1F}" type="pres">
      <dgm:prSet presAssocID="{BC7F94C7-3DB0-49E6-A705-E24DF922E08F}" presName="aSpace" presStyleCnt="0"/>
      <dgm:spPr/>
    </dgm:pt>
  </dgm:ptLst>
  <dgm:cxnLst>
    <dgm:cxn modelId="{E182EAC9-C486-4AAE-BEB2-7A10969BA137}" type="presOf" srcId="{5C89616D-061F-4CFF-9BE6-4CE59BCFA5F5}" destId="{9A51CCCD-434C-4CE2-AD46-9E536CD9BD70}" srcOrd="0" destOrd="0" presId="urn:microsoft.com/office/officeart/2005/8/layout/pyramid2"/>
    <dgm:cxn modelId="{5F77A234-5992-48C8-A872-738AADC2F421}" type="presOf" srcId="{A0987C1C-F2F2-4BE4-8348-D181AEE18CA0}" destId="{842CD1B9-4327-4D3E-8CE5-0E88DE57DD22}" srcOrd="0" destOrd="0" presId="urn:microsoft.com/office/officeart/2005/8/layout/pyramid2"/>
    <dgm:cxn modelId="{D788143C-0E48-4422-8237-20D2BCC2F3EA}" srcId="{A0987C1C-F2F2-4BE4-8348-D181AEE18CA0}" destId="{84A60182-1CCB-45BD-B28E-ECF00955C162}" srcOrd="0" destOrd="0" parTransId="{D8FD96F0-7982-4A4A-9ECE-1FBD446C458C}" sibTransId="{5D43F9ED-E4CD-4251-B893-142F610EE789}"/>
    <dgm:cxn modelId="{945484B7-28AD-4A97-8883-3EFE40853778}" type="presOf" srcId="{84A60182-1CCB-45BD-B28E-ECF00955C162}" destId="{9449B51D-31FB-4463-A7CD-88903B92C126}" srcOrd="0" destOrd="0" presId="urn:microsoft.com/office/officeart/2005/8/layout/pyramid2"/>
    <dgm:cxn modelId="{2128F9C7-6832-404F-AC70-013B67FF2822}" type="presOf" srcId="{0CD2B499-98DB-49AA-8684-D78D977BF684}" destId="{7D7A24D9-943F-4280-87CC-B32936AE08F8}" srcOrd="0" destOrd="0" presId="urn:microsoft.com/office/officeart/2005/8/layout/pyramid2"/>
    <dgm:cxn modelId="{CD585ED5-B5A5-4382-93BC-82D87C0AE29C}" srcId="{A0987C1C-F2F2-4BE4-8348-D181AEE18CA0}" destId="{0CD2B499-98DB-49AA-8684-D78D977BF684}" srcOrd="1" destOrd="0" parTransId="{9AFA6593-5820-4F51-8920-FAD2B4B8D0EF}" sibTransId="{D0A88D4E-C5F3-4BF0-9FD3-7260BC58C800}"/>
    <dgm:cxn modelId="{2C6F2CC4-2161-489F-8120-AB77B7D7F7AC}" type="presOf" srcId="{616A4D92-5E36-4532-AC3B-E69803B5731A}" destId="{4D0FA19D-0539-407C-973B-A8CD0AE52A3D}" srcOrd="0" destOrd="0" presId="urn:microsoft.com/office/officeart/2005/8/layout/pyramid2"/>
    <dgm:cxn modelId="{C175DB51-67C7-43A0-824A-7B5A65AFB136}" srcId="{A0987C1C-F2F2-4BE4-8348-D181AEE18CA0}" destId="{5C89616D-061F-4CFF-9BE6-4CE59BCFA5F5}" srcOrd="2" destOrd="0" parTransId="{CA7B9BAF-303F-4406-8D3D-B3D05F373B55}" sibTransId="{66F679E9-AF32-429F-8A0C-826299A6A8C6}"/>
    <dgm:cxn modelId="{99059E5D-FC1A-4BB0-B457-1C24CEFEC2E9}" srcId="{A0987C1C-F2F2-4BE4-8348-D181AEE18CA0}" destId="{616A4D92-5E36-4532-AC3B-E69803B5731A}" srcOrd="3" destOrd="0" parTransId="{9D2D2BBB-F959-4B35-B196-58F2B8515B1A}" sibTransId="{ECB36308-8531-4356-B75C-39E70F9FCD03}"/>
    <dgm:cxn modelId="{851645A2-1F5E-4BC1-9E49-8BF09380C2F1}" type="presOf" srcId="{BC7F94C7-3DB0-49E6-A705-E24DF922E08F}" destId="{BBA35173-7524-46D6-B761-E1EFA68CCC6C}" srcOrd="0" destOrd="0" presId="urn:microsoft.com/office/officeart/2005/8/layout/pyramid2"/>
    <dgm:cxn modelId="{9B78BBE2-B226-41A2-8FAC-D31DB11D97A6}" srcId="{A0987C1C-F2F2-4BE4-8348-D181AEE18CA0}" destId="{BC7F94C7-3DB0-49E6-A705-E24DF922E08F}" srcOrd="4" destOrd="0" parTransId="{1B4953E8-B6C9-4F84-8B4A-1FF5E28CDA7C}" sibTransId="{CA16CD81-3101-4582-917A-99ABE448E4AC}"/>
    <dgm:cxn modelId="{187A288C-7DF9-4504-8AEC-559B99DB60C0}" type="presParOf" srcId="{842CD1B9-4327-4D3E-8CE5-0E88DE57DD22}" destId="{69279831-83EC-423F-BEB6-A29E16271AD9}" srcOrd="0" destOrd="0" presId="urn:microsoft.com/office/officeart/2005/8/layout/pyramid2"/>
    <dgm:cxn modelId="{5EE33109-FCC7-4432-8F46-96BB5E093D6D}" type="presParOf" srcId="{842CD1B9-4327-4D3E-8CE5-0E88DE57DD22}" destId="{55792F55-A88B-48B0-969A-7A955A31DF01}" srcOrd="1" destOrd="0" presId="urn:microsoft.com/office/officeart/2005/8/layout/pyramid2"/>
    <dgm:cxn modelId="{DD98CE1C-C20F-452F-B24C-A7427465A8A2}" type="presParOf" srcId="{55792F55-A88B-48B0-969A-7A955A31DF01}" destId="{9449B51D-31FB-4463-A7CD-88903B92C126}" srcOrd="0" destOrd="0" presId="urn:microsoft.com/office/officeart/2005/8/layout/pyramid2"/>
    <dgm:cxn modelId="{B2ECBCA5-AFFE-4B2B-B706-1347C91F14F7}" type="presParOf" srcId="{55792F55-A88B-48B0-969A-7A955A31DF01}" destId="{8220A9B9-DF59-46A3-8D7C-257450134AC3}" srcOrd="1" destOrd="0" presId="urn:microsoft.com/office/officeart/2005/8/layout/pyramid2"/>
    <dgm:cxn modelId="{28D28C35-6ACB-4440-B8A8-7DAB7D1B393B}" type="presParOf" srcId="{55792F55-A88B-48B0-969A-7A955A31DF01}" destId="{7D7A24D9-943F-4280-87CC-B32936AE08F8}" srcOrd="2" destOrd="0" presId="urn:microsoft.com/office/officeart/2005/8/layout/pyramid2"/>
    <dgm:cxn modelId="{B837F34E-C94F-406A-A8A6-E26384EAA7BF}" type="presParOf" srcId="{55792F55-A88B-48B0-969A-7A955A31DF01}" destId="{485AF49B-B934-4BF0-99D1-542BF56041F8}" srcOrd="3" destOrd="0" presId="urn:microsoft.com/office/officeart/2005/8/layout/pyramid2"/>
    <dgm:cxn modelId="{ECA893A9-5444-450F-AE37-CB414C48F8EA}" type="presParOf" srcId="{55792F55-A88B-48B0-969A-7A955A31DF01}" destId="{9A51CCCD-434C-4CE2-AD46-9E536CD9BD70}" srcOrd="4" destOrd="0" presId="urn:microsoft.com/office/officeart/2005/8/layout/pyramid2"/>
    <dgm:cxn modelId="{1D196CFD-C1FC-4404-B72D-8DFFD1D4D656}" type="presParOf" srcId="{55792F55-A88B-48B0-969A-7A955A31DF01}" destId="{6155CB4A-93AE-4E96-AA43-3525A4012A3F}" srcOrd="5" destOrd="0" presId="urn:microsoft.com/office/officeart/2005/8/layout/pyramid2"/>
    <dgm:cxn modelId="{C0F39186-3A5A-41E0-83D1-17E7851D2C72}" type="presParOf" srcId="{55792F55-A88B-48B0-969A-7A955A31DF01}" destId="{4D0FA19D-0539-407C-973B-A8CD0AE52A3D}" srcOrd="6" destOrd="0" presId="urn:microsoft.com/office/officeart/2005/8/layout/pyramid2"/>
    <dgm:cxn modelId="{77F500F4-DED8-457E-B700-142D6A5496AE}" type="presParOf" srcId="{55792F55-A88B-48B0-969A-7A955A31DF01}" destId="{96C94279-755C-4D8A-BCB0-44B19B375B57}" srcOrd="7" destOrd="0" presId="urn:microsoft.com/office/officeart/2005/8/layout/pyramid2"/>
    <dgm:cxn modelId="{0BF53CEB-549A-451D-A7CC-2533C54B1FD9}" type="presParOf" srcId="{55792F55-A88B-48B0-969A-7A955A31DF01}" destId="{BBA35173-7524-46D6-B761-E1EFA68CCC6C}" srcOrd="8" destOrd="0" presId="urn:microsoft.com/office/officeart/2005/8/layout/pyramid2"/>
    <dgm:cxn modelId="{5B03354E-F7A2-4640-BFE1-549FD32B112C}" type="presParOf" srcId="{55792F55-A88B-48B0-969A-7A955A31DF01}" destId="{31067D27-44B2-44B3-AB78-DF9688C83F1F}"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79831-83EC-423F-BEB6-A29E16271AD9}">
      <dsp:nvSpPr>
        <dsp:cNvPr id="0" name=""/>
        <dsp:cNvSpPr/>
      </dsp:nvSpPr>
      <dsp:spPr>
        <a:xfrm>
          <a:off x="1584496" y="0"/>
          <a:ext cx="4570869" cy="4570869"/>
        </a:xfrm>
        <a:prstGeom prst="triangle">
          <a:avLst/>
        </a:prstGeom>
        <a:solidFill>
          <a:schemeClr val="accent2">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49B51D-31FB-4463-A7CD-88903B92C126}">
      <dsp:nvSpPr>
        <dsp:cNvPr id="0" name=""/>
        <dsp:cNvSpPr/>
      </dsp:nvSpPr>
      <dsp:spPr>
        <a:xfrm>
          <a:off x="3093979" y="457533"/>
          <a:ext cx="2971064" cy="649920"/>
        </a:xfrm>
        <a:prstGeom prst="roundRect">
          <a:avLst/>
        </a:prstGeom>
        <a:solidFill>
          <a:schemeClr val="lt1">
            <a:alpha val="90000"/>
            <a:hueOff val="0"/>
            <a:satOff val="0"/>
            <a:lumOff val="0"/>
            <a:alphaOff val="0"/>
          </a:schemeClr>
        </a:solidFill>
        <a:ln w="12700" cap="flat" cmpd="sng" algn="ctr">
          <a:solidFill>
            <a:schemeClr val="accent2">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altLang="en-US" sz="1800" b="1" kern="1200" dirty="0" smtClean="0">
              <a:solidFill>
                <a:schemeClr val="tx1"/>
              </a:solidFill>
              <a:latin typeface="微软雅黑" pitchFamily="34" charset="-122"/>
              <a:ea typeface="微软雅黑" pitchFamily="34" charset="-122"/>
            </a:rPr>
            <a:t>Project Sponsors</a:t>
          </a:r>
          <a:endParaRPr lang="zh-CN" altLang="en-US" sz="1800" b="1" kern="1200" dirty="0">
            <a:solidFill>
              <a:schemeClr val="tx1"/>
            </a:solidFill>
          </a:endParaRPr>
        </a:p>
      </dsp:txBody>
      <dsp:txXfrm>
        <a:off x="3125705" y="489259"/>
        <a:ext cx="2907612" cy="586468"/>
      </dsp:txXfrm>
    </dsp:sp>
    <dsp:sp modelId="{7D7A24D9-943F-4280-87CC-B32936AE08F8}">
      <dsp:nvSpPr>
        <dsp:cNvPr id="0" name=""/>
        <dsp:cNvSpPr/>
      </dsp:nvSpPr>
      <dsp:spPr>
        <a:xfrm>
          <a:off x="3093979" y="1188693"/>
          <a:ext cx="2971064" cy="649920"/>
        </a:xfrm>
        <a:prstGeom prst="roundRect">
          <a:avLst/>
        </a:prstGeom>
        <a:solidFill>
          <a:schemeClr val="lt1">
            <a:alpha val="90000"/>
            <a:hueOff val="0"/>
            <a:satOff val="0"/>
            <a:lumOff val="0"/>
            <a:alphaOff val="0"/>
          </a:schemeClr>
        </a:solidFill>
        <a:ln w="12700" cap="flat" cmpd="sng" algn="ctr">
          <a:solidFill>
            <a:schemeClr val="accent2">
              <a:shade val="50000"/>
              <a:hueOff val="184022"/>
              <a:satOff val="-3345"/>
              <a:lumOff val="172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altLang="en-US" sz="1800" b="1" kern="1200" dirty="0" smtClean="0">
              <a:solidFill>
                <a:schemeClr val="tx1"/>
              </a:solidFill>
              <a:latin typeface="微软雅黑" pitchFamily="34" charset="-122"/>
              <a:ea typeface="微软雅黑" pitchFamily="34" charset="-122"/>
            </a:rPr>
            <a:t>Steering Committee</a:t>
          </a:r>
          <a:endParaRPr lang="zh-CN" altLang="en-US" sz="1800" b="1" kern="1200" dirty="0">
            <a:solidFill>
              <a:schemeClr val="tx1"/>
            </a:solidFill>
          </a:endParaRPr>
        </a:p>
      </dsp:txBody>
      <dsp:txXfrm>
        <a:off x="3125705" y="1220419"/>
        <a:ext cx="2907612" cy="586468"/>
      </dsp:txXfrm>
    </dsp:sp>
    <dsp:sp modelId="{9A51CCCD-434C-4CE2-AD46-9E536CD9BD70}">
      <dsp:nvSpPr>
        <dsp:cNvPr id="0" name=""/>
        <dsp:cNvSpPr/>
      </dsp:nvSpPr>
      <dsp:spPr>
        <a:xfrm>
          <a:off x="3093979" y="1919854"/>
          <a:ext cx="2971064" cy="649920"/>
        </a:xfrm>
        <a:prstGeom prst="roundRect">
          <a:avLst/>
        </a:prstGeom>
        <a:solidFill>
          <a:schemeClr val="lt1">
            <a:alpha val="90000"/>
            <a:hueOff val="0"/>
            <a:satOff val="0"/>
            <a:lumOff val="0"/>
            <a:alphaOff val="0"/>
          </a:schemeClr>
        </a:solidFill>
        <a:ln w="12700" cap="flat" cmpd="sng" algn="ctr">
          <a:solidFill>
            <a:schemeClr val="accent2">
              <a:shade val="50000"/>
              <a:hueOff val="368045"/>
              <a:satOff val="-6690"/>
              <a:lumOff val="345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tx1"/>
              </a:solidFill>
            </a:rPr>
            <a:t>Biz Process Owner/Leader</a:t>
          </a:r>
          <a:endParaRPr lang="zh-CN" altLang="en-US" sz="1800" b="1" kern="1200" dirty="0">
            <a:solidFill>
              <a:schemeClr val="tx1"/>
            </a:solidFill>
          </a:endParaRPr>
        </a:p>
      </dsp:txBody>
      <dsp:txXfrm>
        <a:off x="3125705" y="1951580"/>
        <a:ext cx="2907612" cy="586468"/>
      </dsp:txXfrm>
    </dsp:sp>
    <dsp:sp modelId="{4D0FA19D-0539-407C-973B-A8CD0AE52A3D}">
      <dsp:nvSpPr>
        <dsp:cNvPr id="0" name=""/>
        <dsp:cNvSpPr/>
      </dsp:nvSpPr>
      <dsp:spPr>
        <a:xfrm>
          <a:off x="3093979" y="2651014"/>
          <a:ext cx="2971064" cy="649920"/>
        </a:xfrm>
        <a:prstGeom prst="roundRect">
          <a:avLst/>
        </a:prstGeom>
        <a:solidFill>
          <a:schemeClr val="lt1">
            <a:alpha val="90000"/>
            <a:hueOff val="0"/>
            <a:satOff val="0"/>
            <a:lumOff val="0"/>
            <a:alphaOff val="0"/>
          </a:schemeClr>
        </a:solidFill>
        <a:ln w="12700" cap="flat" cmpd="sng" algn="ctr">
          <a:solidFill>
            <a:schemeClr val="accent2">
              <a:shade val="50000"/>
              <a:hueOff val="368045"/>
              <a:satOff val="-6690"/>
              <a:lumOff val="345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altLang="zh-CN" sz="1800" b="1" kern="1200" dirty="0" smtClean="0">
              <a:solidFill>
                <a:schemeClr val="tx1"/>
              </a:solidFill>
              <a:latin typeface="微软雅黑" pitchFamily="34" charset="-122"/>
              <a:ea typeface="微软雅黑" pitchFamily="34" charset="-122"/>
            </a:rPr>
            <a:t>PMO</a:t>
          </a:r>
          <a:endParaRPr lang="zh-CN" altLang="en-US" sz="1800" b="1" kern="1200" dirty="0">
            <a:solidFill>
              <a:schemeClr val="tx1"/>
            </a:solidFill>
          </a:endParaRPr>
        </a:p>
      </dsp:txBody>
      <dsp:txXfrm>
        <a:off x="3125705" y="2682740"/>
        <a:ext cx="2907612" cy="586468"/>
      </dsp:txXfrm>
    </dsp:sp>
    <dsp:sp modelId="{BBA35173-7524-46D6-B761-E1EFA68CCC6C}">
      <dsp:nvSpPr>
        <dsp:cNvPr id="0" name=""/>
        <dsp:cNvSpPr/>
      </dsp:nvSpPr>
      <dsp:spPr>
        <a:xfrm>
          <a:off x="3093979" y="3382175"/>
          <a:ext cx="2971064" cy="649920"/>
        </a:xfrm>
        <a:prstGeom prst="roundRect">
          <a:avLst/>
        </a:prstGeom>
        <a:solidFill>
          <a:schemeClr val="lt1">
            <a:alpha val="90000"/>
            <a:hueOff val="0"/>
            <a:satOff val="0"/>
            <a:lumOff val="0"/>
            <a:alphaOff val="0"/>
          </a:schemeClr>
        </a:solidFill>
        <a:ln w="12700" cap="flat" cmpd="sng" algn="ctr">
          <a:solidFill>
            <a:schemeClr val="accent2">
              <a:shade val="50000"/>
              <a:hueOff val="184022"/>
              <a:satOff val="-3345"/>
              <a:lumOff val="172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altLang="en-US" sz="1800" b="1" kern="1200" dirty="0" smtClean="0">
              <a:solidFill>
                <a:schemeClr val="tx1"/>
              </a:solidFill>
            </a:rPr>
            <a:t>Core Biz Process Group</a:t>
          </a:r>
          <a:endParaRPr lang="zh-CN" altLang="en-US" sz="1800" b="1" kern="1200" dirty="0">
            <a:solidFill>
              <a:schemeClr val="tx1"/>
            </a:solidFill>
          </a:endParaRPr>
        </a:p>
      </dsp:txBody>
      <dsp:txXfrm>
        <a:off x="3125705" y="3413901"/>
        <a:ext cx="2907612" cy="586468"/>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35088" cy="462771"/>
          </a:xfrm>
          <a:prstGeom prst="rect">
            <a:avLst/>
          </a:prstGeom>
        </p:spPr>
        <p:txBody>
          <a:bodyPr vert="horz" lIns="92720" tIns="46360" rIns="92720" bIns="46360" rtlCol="0"/>
          <a:lstStyle>
            <a:lvl1pPr algn="l">
              <a:defRPr sz="1200"/>
            </a:lvl1pPr>
          </a:lstStyle>
          <a:p>
            <a:endParaRPr lang="zh-CN" altLang="en-US"/>
          </a:p>
        </p:txBody>
      </p:sp>
      <p:sp>
        <p:nvSpPr>
          <p:cNvPr id="3" name="日期占位符 2"/>
          <p:cNvSpPr>
            <a:spLocks noGrp="1"/>
          </p:cNvSpPr>
          <p:nvPr>
            <p:ph type="dt" idx="1"/>
          </p:nvPr>
        </p:nvSpPr>
        <p:spPr>
          <a:xfrm>
            <a:off x="3967341" y="0"/>
            <a:ext cx="3035088" cy="462771"/>
          </a:xfrm>
          <a:prstGeom prst="rect">
            <a:avLst/>
          </a:prstGeom>
        </p:spPr>
        <p:txBody>
          <a:bodyPr vert="horz" lIns="92720" tIns="46360" rIns="92720" bIns="46360" rtlCol="0"/>
          <a:lstStyle>
            <a:lvl1pPr algn="r">
              <a:defRPr sz="1200"/>
            </a:lvl1pPr>
          </a:lstStyle>
          <a:p>
            <a:fld id="{E86D8963-CFCD-4740-AF60-049850373CDF}" type="datetimeFigureOut">
              <a:rPr lang="zh-CN" altLang="en-US" smtClean="0"/>
              <a:t>2025/1/23</a:t>
            </a:fld>
            <a:endParaRPr lang="zh-CN" altLang="en-US"/>
          </a:p>
        </p:txBody>
      </p:sp>
      <p:sp>
        <p:nvSpPr>
          <p:cNvPr id="4" name="幻灯片图像占位符 3"/>
          <p:cNvSpPr>
            <a:spLocks noGrp="1" noRot="1" noChangeAspect="1"/>
          </p:cNvSpPr>
          <p:nvPr>
            <p:ph type="sldImg" idx="2"/>
          </p:nvPr>
        </p:nvSpPr>
        <p:spPr>
          <a:xfrm>
            <a:off x="735013" y="1152525"/>
            <a:ext cx="5534025" cy="3113088"/>
          </a:xfrm>
          <a:prstGeom prst="rect">
            <a:avLst/>
          </a:prstGeom>
          <a:noFill/>
          <a:ln w="12700">
            <a:solidFill>
              <a:prstClr val="black"/>
            </a:solidFill>
          </a:ln>
        </p:spPr>
        <p:txBody>
          <a:bodyPr vert="horz" lIns="92720" tIns="46360" rIns="92720" bIns="46360" rtlCol="0" anchor="ctr"/>
          <a:lstStyle/>
          <a:p>
            <a:endParaRPr lang="zh-CN" altLang="en-US"/>
          </a:p>
        </p:txBody>
      </p:sp>
      <p:sp>
        <p:nvSpPr>
          <p:cNvPr id="5" name="备注占位符 4"/>
          <p:cNvSpPr>
            <a:spLocks noGrp="1"/>
          </p:cNvSpPr>
          <p:nvPr>
            <p:ph type="body" sz="quarter" idx="3"/>
          </p:nvPr>
        </p:nvSpPr>
        <p:spPr>
          <a:xfrm>
            <a:off x="700405" y="4438749"/>
            <a:ext cx="5603240" cy="3631704"/>
          </a:xfrm>
          <a:prstGeom prst="rect">
            <a:avLst/>
          </a:prstGeom>
        </p:spPr>
        <p:txBody>
          <a:bodyPr vert="horz" lIns="92720" tIns="46360" rIns="92720" bIns="4636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760606"/>
            <a:ext cx="3035088" cy="462770"/>
          </a:xfrm>
          <a:prstGeom prst="rect">
            <a:avLst/>
          </a:prstGeom>
        </p:spPr>
        <p:txBody>
          <a:bodyPr vert="horz" lIns="92720" tIns="46360" rIns="92720" bIns="4636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967341" y="8760606"/>
            <a:ext cx="3035088" cy="462770"/>
          </a:xfrm>
          <a:prstGeom prst="rect">
            <a:avLst/>
          </a:prstGeom>
        </p:spPr>
        <p:txBody>
          <a:bodyPr vert="horz" lIns="92720" tIns="46360" rIns="92720" bIns="46360" rtlCol="0" anchor="b"/>
          <a:lstStyle>
            <a:lvl1pPr algn="r">
              <a:defRPr sz="1200"/>
            </a:lvl1pPr>
          </a:lstStyle>
          <a:p>
            <a:fld id="{E9E6FDB6-6D2B-46C1-9FA1-D82906A37C3A}" type="slidenum">
              <a:rPr lang="zh-CN" altLang="en-US" smtClean="0"/>
              <a:t>‹#›</a:t>
            </a:fld>
            <a:endParaRPr lang="zh-CN" altLang="en-US"/>
          </a:p>
        </p:txBody>
      </p:sp>
    </p:spTree>
    <p:extLst>
      <p:ext uri="{BB962C8B-B14F-4D97-AF65-F5344CB8AC3E}">
        <p14:creationId xmlns:p14="http://schemas.microsoft.com/office/powerpoint/2010/main" val="218498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E6FDB6-6D2B-46C1-9FA1-D82906A37C3A}" type="slidenum">
              <a:rPr lang="zh-CN" altLang="en-US" smtClean="0"/>
              <a:t>1</a:t>
            </a:fld>
            <a:endParaRPr lang="zh-CN" altLang="en-US"/>
          </a:p>
        </p:txBody>
      </p:sp>
    </p:spTree>
    <p:extLst>
      <p:ext uri="{BB962C8B-B14F-4D97-AF65-F5344CB8AC3E}">
        <p14:creationId xmlns:p14="http://schemas.microsoft.com/office/powerpoint/2010/main" val="1260804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E6FDB6-6D2B-46C1-9FA1-D82906A37C3A}" type="slidenum">
              <a:rPr lang="zh-CN" altLang="en-US" smtClean="0"/>
              <a:t>2</a:t>
            </a:fld>
            <a:endParaRPr lang="zh-CN" altLang="en-US"/>
          </a:p>
        </p:txBody>
      </p:sp>
    </p:spTree>
    <p:extLst>
      <p:ext uri="{BB962C8B-B14F-4D97-AF65-F5344CB8AC3E}">
        <p14:creationId xmlns:p14="http://schemas.microsoft.com/office/powerpoint/2010/main" val="2840276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t>5</a:t>
            </a:fld>
            <a:endParaRPr lang="zh-CN" altLang="en-US"/>
          </a:p>
        </p:txBody>
      </p:sp>
    </p:spTree>
    <p:extLst>
      <p:ext uri="{BB962C8B-B14F-4D97-AF65-F5344CB8AC3E}">
        <p14:creationId xmlns:p14="http://schemas.microsoft.com/office/powerpoint/2010/main" val="929573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E6FDB6-6D2B-46C1-9FA1-D82906A37C3A}" type="slidenum">
              <a:rPr lang="zh-CN" altLang="en-US" smtClean="0"/>
              <a:t>6</a:t>
            </a:fld>
            <a:endParaRPr lang="zh-CN" altLang="en-US"/>
          </a:p>
        </p:txBody>
      </p:sp>
    </p:spTree>
    <p:extLst>
      <p:ext uri="{BB962C8B-B14F-4D97-AF65-F5344CB8AC3E}">
        <p14:creationId xmlns:p14="http://schemas.microsoft.com/office/powerpoint/2010/main" val="28402768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bg>
      <p:bgPr>
        <a:gradFill>
          <a:gsLst>
            <a:gs pos="0">
              <a:schemeClr val="bg2"/>
            </a:gs>
            <a:gs pos="29000">
              <a:schemeClr val="bg1"/>
            </a:gs>
          </a:gsLst>
          <a:lin ang="0" scaled="0"/>
        </a:gradFill>
        <a:effectLst/>
      </p:bgPr>
    </p:bg>
    <p:spTree>
      <p:nvGrpSpPr>
        <p:cNvPr id="1" name=""/>
        <p:cNvGrpSpPr/>
        <p:nvPr/>
      </p:nvGrpSpPr>
      <p:grpSpPr>
        <a:xfrm>
          <a:off x="0" y="0"/>
          <a:ext cx="0" cy="0"/>
          <a:chOff x="0" y="0"/>
          <a:chExt cx="0" cy="0"/>
        </a:xfrm>
      </p:grpSpPr>
      <p:sp>
        <p:nvSpPr>
          <p:cNvPr id="15" name="任意多边形: 形状 14">
            <a:extLst>
              <a:ext uri="{FF2B5EF4-FFF2-40B4-BE49-F238E27FC236}">
                <a16:creationId xmlns:a16="http://schemas.microsoft.com/office/drawing/2014/main" xmlns="" id="{527F1AD8-24B0-428F-B9D3-C9730E641373}"/>
              </a:ext>
            </a:extLst>
          </p:cNvPr>
          <p:cNvSpPr/>
          <p:nvPr userDrawn="1"/>
        </p:nvSpPr>
        <p:spPr>
          <a:xfrm>
            <a:off x="6489959" y="407020"/>
            <a:ext cx="5030529" cy="6043960"/>
          </a:xfrm>
          <a:custGeom>
            <a:avLst/>
            <a:gdLst>
              <a:gd name="connsiteX0" fmla="*/ 0 w 5030529"/>
              <a:gd name="connsiteY0" fmla="*/ 896394 h 6858000"/>
              <a:gd name="connsiteX1" fmla="*/ 963967 w 5030529"/>
              <a:gd name="connsiteY1" fmla="*/ 896394 h 6858000"/>
              <a:gd name="connsiteX2" fmla="*/ 963967 w 5030529"/>
              <a:gd name="connsiteY2" fmla="*/ 5961607 h 6858000"/>
              <a:gd name="connsiteX3" fmla="*/ 0 w 5030529"/>
              <a:gd name="connsiteY3" fmla="*/ 5961607 h 6858000"/>
              <a:gd name="connsiteX4" fmla="*/ 1221723 w 5030529"/>
              <a:gd name="connsiteY4" fmla="*/ 662486 h 6858000"/>
              <a:gd name="connsiteX5" fmla="*/ 2185690 w 5030529"/>
              <a:gd name="connsiteY5" fmla="*/ 662486 h 6858000"/>
              <a:gd name="connsiteX6" fmla="*/ 2185690 w 5030529"/>
              <a:gd name="connsiteY6" fmla="*/ 6195514 h 6858000"/>
              <a:gd name="connsiteX7" fmla="*/ 1221723 w 5030529"/>
              <a:gd name="connsiteY7" fmla="*/ 6195514 h 6858000"/>
              <a:gd name="connsiteX8" fmla="*/ 2443446 w 5030529"/>
              <a:gd name="connsiteY8" fmla="*/ 360363 h 6858000"/>
              <a:gd name="connsiteX9" fmla="*/ 3512685 w 5030529"/>
              <a:gd name="connsiteY9" fmla="*/ 360363 h 6858000"/>
              <a:gd name="connsiteX10" fmla="*/ 3512685 w 5030529"/>
              <a:gd name="connsiteY10" fmla="*/ 6497638 h 6858000"/>
              <a:gd name="connsiteX11" fmla="*/ 2443446 w 5030529"/>
              <a:gd name="connsiteY11" fmla="*/ 6497638 h 6858000"/>
              <a:gd name="connsiteX12" fmla="*/ 3770441 w 5030529"/>
              <a:gd name="connsiteY12" fmla="*/ 0 h 6858000"/>
              <a:gd name="connsiteX13" fmla="*/ 5030529 w 5030529"/>
              <a:gd name="connsiteY13" fmla="*/ 0 h 6858000"/>
              <a:gd name="connsiteX14" fmla="*/ 5030529 w 5030529"/>
              <a:gd name="connsiteY14" fmla="*/ 6858000 h 6858000"/>
              <a:gd name="connsiteX15" fmla="*/ 3770441 w 5030529"/>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030529" h="6858000">
                <a:moveTo>
                  <a:pt x="0" y="896394"/>
                </a:moveTo>
                <a:lnTo>
                  <a:pt x="963967" y="896394"/>
                </a:lnTo>
                <a:lnTo>
                  <a:pt x="963967" y="5961607"/>
                </a:lnTo>
                <a:lnTo>
                  <a:pt x="0" y="5961607"/>
                </a:lnTo>
                <a:close/>
                <a:moveTo>
                  <a:pt x="1221723" y="662486"/>
                </a:moveTo>
                <a:lnTo>
                  <a:pt x="2185690" y="662486"/>
                </a:lnTo>
                <a:lnTo>
                  <a:pt x="2185690" y="6195514"/>
                </a:lnTo>
                <a:lnTo>
                  <a:pt x="1221723" y="6195514"/>
                </a:lnTo>
                <a:close/>
                <a:moveTo>
                  <a:pt x="2443446" y="360363"/>
                </a:moveTo>
                <a:lnTo>
                  <a:pt x="3512685" y="360363"/>
                </a:lnTo>
                <a:lnTo>
                  <a:pt x="3512685" y="6497638"/>
                </a:lnTo>
                <a:lnTo>
                  <a:pt x="2443446" y="6497638"/>
                </a:lnTo>
                <a:close/>
                <a:moveTo>
                  <a:pt x="3770441" y="0"/>
                </a:moveTo>
                <a:lnTo>
                  <a:pt x="5030529" y="0"/>
                </a:lnTo>
                <a:lnTo>
                  <a:pt x="5030529" y="6858000"/>
                </a:lnTo>
                <a:lnTo>
                  <a:pt x="3770441" y="6858000"/>
                </a:lnTo>
                <a:close/>
              </a:path>
            </a:pathLst>
          </a:custGeom>
          <a:blipFill dpi="0" rotWithShape="0">
            <a:blip r:embed="rId2"/>
            <a:srcRect/>
            <a:tile tx="0" ty="0" sx="100000" sy="100000" flip="none" algn="tl"/>
          </a:blip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01" name="副标题 2"/>
          <p:cNvSpPr>
            <a:spLocks noGrp="1"/>
          </p:cNvSpPr>
          <p:nvPr userDrawn="1">
            <p:ph type="subTitle" idx="1" hasCustomPrompt="1"/>
          </p:nvPr>
        </p:nvSpPr>
        <p:spPr>
          <a:xfrm>
            <a:off x="850233" y="3786116"/>
            <a:ext cx="10668664" cy="558799"/>
          </a:xfrm>
        </p:spPr>
        <p:txBody>
          <a:bodyPr anchor="t" anchorCtr="0">
            <a:normAutofit/>
          </a:bodyPr>
          <a:lstStyle>
            <a:lvl1pPr marL="0" indent="0" algn="l">
              <a:buNone/>
              <a:defRPr sz="200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9802" name="标题 1"/>
          <p:cNvSpPr>
            <a:spLocks noGrp="1"/>
          </p:cNvSpPr>
          <p:nvPr userDrawn="1">
            <p:ph type="ctrTitle" hasCustomPrompt="1"/>
          </p:nvPr>
        </p:nvSpPr>
        <p:spPr>
          <a:xfrm>
            <a:off x="850232" y="1829474"/>
            <a:ext cx="10668665" cy="1956643"/>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
        <p:nvSpPr>
          <p:cNvPr id="12" name="文本占位符 13"/>
          <p:cNvSpPr>
            <a:spLocks noGrp="1"/>
          </p:cNvSpPr>
          <p:nvPr userDrawn="1">
            <p:ph type="body" sz="quarter" idx="10" hasCustomPrompt="1"/>
          </p:nvPr>
        </p:nvSpPr>
        <p:spPr>
          <a:xfrm>
            <a:off x="850233" y="4371816"/>
            <a:ext cx="10668665"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850233" y="4668087"/>
            <a:ext cx="10668665"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xmlns="" id="{D124F9DB-C87A-423F-9657-38C7A2901430}"/>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8" name="内容占位符 7">
            <a:extLst>
              <a:ext uri="{FF2B5EF4-FFF2-40B4-BE49-F238E27FC236}">
                <a16:creationId xmlns:a16="http://schemas.microsoft.com/office/drawing/2014/main" xmlns="" id="{2070191C-4093-409C-8FD5-7369A79637AD}"/>
              </a:ext>
            </a:extLst>
          </p:cNvPr>
          <p:cNvSpPr>
            <a:spLocks noGrp="1"/>
          </p:cNvSpPr>
          <p:nvPr>
            <p:ph sz="quarter" idx="13" hasCustomPrompt="1"/>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pic>
        <p:nvPicPr>
          <p:cNvPr id="4"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5" name="Shape 2400"/>
          <p:cNvSpPr/>
          <p:nvPr userDrawn="1"/>
        </p:nvSpPr>
        <p:spPr>
          <a:xfrm>
            <a:off x="10131930" y="6470505"/>
            <a:ext cx="1857303" cy="275139"/>
          </a:xfrm>
          <a:prstGeom prst="rect">
            <a:avLst/>
          </a:prstGeom>
          <a:ln w="12700">
            <a:miter lim="400000"/>
          </a:ln>
          <a:extLst>
            <a:ext uri="{C572A759-6A51-4108-AA02-DFA0A04FC94B}">
              <ma14:wrappingTextBoxFlag xmlns="" xmlns:ma14="http://schemas.microsoft.com/office/mac/drawingml/2011/main"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3677593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20" name="标题 1"/>
          <p:cNvSpPr>
            <a:spLocks noGrp="1"/>
          </p:cNvSpPr>
          <p:nvPr userDrawn="1">
            <p:ph type="title"/>
          </p:nvPr>
        </p:nvSpPr>
        <p:spPr>
          <a:xfrm>
            <a:off x="6101303" y="3263775"/>
            <a:ext cx="5419185" cy="895350"/>
          </a:xfrm>
        </p:spPr>
        <p:txBody>
          <a:bodyPr anchor="b">
            <a:normAutofit/>
          </a:bodyPr>
          <a:lstStyle>
            <a:lvl1pPr algn="l">
              <a:defRPr sz="2400" b="1">
                <a:solidFill>
                  <a:schemeClr val="tx2"/>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102419" y="4159125"/>
            <a:ext cx="5419185" cy="1015623"/>
          </a:xfrm>
        </p:spPr>
        <p:txBody>
          <a:bodyPr anchor="t">
            <a:normAutofit/>
          </a:bodyPr>
          <a:lstStyle>
            <a:lvl1pPr marL="0" indent="0" algn="l">
              <a:lnSpc>
                <a:spcPct val="100000"/>
              </a:lnSpc>
              <a:buNone/>
              <a:defRPr sz="1100">
                <a:solidFill>
                  <a:schemeClr val="tx2"/>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sp>
        <p:nvSpPr>
          <p:cNvPr id="4" name="任意多边形: 形状 3">
            <a:extLst>
              <a:ext uri="{FF2B5EF4-FFF2-40B4-BE49-F238E27FC236}">
                <a16:creationId xmlns:a16="http://schemas.microsoft.com/office/drawing/2014/main" xmlns="" id="{21F3CE9D-9077-43E8-B763-90002C65C59D}"/>
              </a:ext>
            </a:extLst>
          </p:cNvPr>
          <p:cNvSpPr/>
          <p:nvPr userDrawn="1"/>
        </p:nvSpPr>
        <p:spPr>
          <a:xfrm flipH="1">
            <a:off x="670396" y="902095"/>
            <a:ext cx="4206404" cy="5053810"/>
          </a:xfrm>
          <a:custGeom>
            <a:avLst/>
            <a:gdLst>
              <a:gd name="connsiteX0" fmla="*/ 0 w 5030529"/>
              <a:gd name="connsiteY0" fmla="*/ 896394 h 6858000"/>
              <a:gd name="connsiteX1" fmla="*/ 963967 w 5030529"/>
              <a:gd name="connsiteY1" fmla="*/ 896394 h 6858000"/>
              <a:gd name="connsiteX2" fmla="*/ 963967 w 5030529"/>
              <a:gd name="connsiteY2" fmla="*/ 5961607 h 6858000"/>
              <a:gd name="connsiteX3" fmla="*/ 0 w 5030529"/>
              <a:gd name="connsiteY3" fmla="*/ 5961607 h 6858000"/>
              <a:gd name="connsiteX4" fmla="*/ 1221723 w 5030529"/>
              <a:gd name="connsiteY4" fmla="*/ 662486 h 6858000"/>
              <a:gd name="connsiteX5" fmla="*/ 2185690 w 5030529"/>
              <a:gd name="connsiteY5" fmla="*/ 662486 h 6858000"/>
              <a:gd name="connsiteX6" fmla="*/ 2185690 w 5030529"/>
              <a:gd name="connsiteY6" fmla="*/ 6195514 h 6858000"/>
              <a:gd name="connsiteX7" fmla="*/ 1221723 w 5030529"/>
              <a:gd name="connsiteY7" fmla="*/ 6195514 h 6858000"/>
              <a:gd name="connsiteX8" fmla="*/ 2443446 w 5030529"/>
              <a:gd name="connsiteY8" fmla="*/ 360363 h 6858000"/>
              <a:gd name="connsiteX9" fmla="*/ 3512685 w 5030529"/>
              <a:gd name="connsiteY9" fmla="*/ 360363 h 6858000"/>
              <a:gd name="connsiteX10" fmla="*/ 3512685 w 5030529"/>
              <a:gd name="connsiteY10" fmla="*/ 6497638 h 6858000"/>
              <a:gd name="connsiteX11" fmla="*/ 2443446 w 5030529"/>
              <a:gd name="connsiteY11" fmla="*/ 6497638 h 6858000"/>
              <a:gd name="connsiteX12" fmla="*/ 3770441 w 5030529"/>
              <a:gd name="connsiteY12" fmla="*/ 0 h 6858000"/>
              <a:gd name="connsiteX13" fmla="*/ 5030529 w 5030529"/>
              <a:gd name="connsiteY13" fmla="*/ 0 h 6858000"/>
              <a:gd name="connsiteX14" fmla="*/ 5030529 w 5030529"/>
              <a:gd name="connsiteY14" fmla="*/ 6858000 h 6858000"/>
              <a:gd name="connsiteX15" fmla="*/ 3770441 w 5030529"/>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030529" h="6858000">
                <a:moveTo>
                  <a:pt x="0" y="896394"/>
                </a:moveTo>
                <a:lnTo>
                  <a:pt x="963967" y="896394"/>
                </a:lnTo>
                <a:lnTo>
                  <a:pt x="963967" y="5961607"/>
                </a:lnTo>
                <a:lnTo>
                  <a:pt x="0" y="5961607"/>
                </a:lnTo>
                <a:close/>
                <a:moveTo>
                  <a:pt x="1221723" y="662486"/>
                </a:moveTo>
                <a:lnTo>
                  <a:pt x="2185690" y="662486"/>
                </a:lnTo>
                <a:lnTo>
                  <a:pt x="2185690" y="6195514"/>
                </a:lnTo>
                <a:lnTo>
                  <a:pt x="1221723" y="6195514"/>
                </a:lnTo>
                <a:close/>
                <a:moveTo>
                  <a:pt x="2443446" y="360363"/>
                </a:moveTo>
                <a:lnTo>
                  <a:pt x="3512685" y="360363"/>
                </a:lnTo>
                <a:lnTo>
                  <a:pt x="3512685" y="6497638"/>
                </a:lnTo>
                <a:lnTo>
                  <a:pt x="2443446" y="6497638"/>
                </a:lnTo>
                <a:close/>
                <a:moveTo>
                  <a:pt x="3770441" y="0"/>
                </a:moveTo>
                <a:lnTo>
                  <a:pt x="5030529" y="0"/>
                </a:lnTo>
                <a:lnTo>
                  <a:pt x="5030529" y="6858000"/>
                </a:lnTo>
                <a:lnTo>
                  <a:pt x="3770441" y="6858000"/>
                </a:lnTo>
                <a:close/>
              </a:path>
            </a:pathLst>
          </a:custGeom>
          <a:blipFill dpi="0" rotWithShape="0">
            <a:blip r:embed="rId2"/>
            <a:srcRect/>
            <a:tile tx="0" ty="0" sx="100000" sy="100000" flip="none" algn="tl"/>
          </a:blipFill>
          <a:ln w="508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Orange New.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6" name="Shape 2400"/>
          <p:cNvSpPr/>
          <p:nvPr userDrawn="1"/>
        </p:nvSpPr>
        <p:spPr>
          <a:xfrm>
            <a:off x="10131930" y="6470505"/>
            <a:ext cx="1857303" cy="275139"/>
          </a:xfrm>
          <a:prstGeom prst="rect">
            <a:avLst/>
          </a:prstGeom>
          <a:ln w="12700">
            <a:miter lim="400000"/>
          </a:ln>
          <a:extLst>
            <a:ext uri="{C572A759-6A51-4108-AA02-DFA0A04FC94B}">
              <ma14:wrappingTextBoxFlag xmlns="" xmlns:ma14="http://schemas.microsoft.com/office/mac/drawingml/2011/main"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8ECB82F-2036-47F8-967F-811316D65A08}"/>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4" name="内容占位符 3">
            <a:extLst>
              <a:ext uri="{FF2B5EF4-FFF2-40B4-BE49-F238E27FC236}">
                <a16:creationId xmlns:a16="http://schemas.microsoft.com/office/drawing/2014/main" xmlns="" id="{27E58D20-F6D3-402F-8CAE-45C93DE21A06}"/>
              </a:ext>
            </a:extLst>
          </p:cNvPr>
          <p:cNvSpPr>
            <a:spLocks noGrp="1"/>
          </p:cNvSpPr>
          <p:nvPr>
            <p:ph sz="half" idx="2" hasCustomPrompt="1"/>
          </p:nvPr>
        </p:nvSpPr>
        <p:spPr>
          <a:xfrm>
            <a:off x="6172199" y="1130300"/>
            <a:ext cx="5348287" cy="5006975"/>
          </a:xfrm>
        </p:spPr>
        <p:txBody>
          <a:bodyPr>
            <a:normAutofit/>
          </a:bodyPr>
          <a:lstStyle>
            <a:lvl1pPr>
              <a:defRPr lang="en-US" altLang="zh-CN" dirty="0"/>
            </a:lvl1pPr>
            <a:lvl2pPr>
              <a:defRPr lang="en-US" altLang="zh-CN" dirty="0"/>
            </a:lvl2pPr>
            <a:lvl3pPr>
              <a:defRPr lang="en-US" altLang="zh-CN" dirty="0"/>
            </a:lvl3pPr>
            <a:lvl4pPr>
              <a:defRPr lang="en-US" altLang="zh-CN" dirty="0"/>
            </a:lvl4pPr>
            <a:lvl5pPr>
              <a:defRPr lang="en-US" altLang="zh-CN" dirty="0"/>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8" name="内容占位符 3">
            <a:extLst>
              <a:ext uri="{FF2B5EF4-FFF2-40B4-BE49-F238E27FC236}">
                <a16:creationId xmlns:a16="http://schemas.microsoft.com/office/drawing/2014/main" xmlns="" id="{10CDFBA3-1B3A-4680-B040-97746005F91F}"/>
              </a:ext>
            </a:extLst>
          </p:cNvPr>
          <p:cNvSpPr>
            <a:spLocks noGrp="1"/>
          </p:cNvSpPr>
          <p:nvPr>
            <p:ph sz="half" idx="13" hasCustomPrompt="1"/>
          </p:nvPr>
        </p:nvSpPr>
        <p:spPr>
          <a:xfrm>
            <a:off x="669924" y="1130300"/>
            <a:ext cx="5348287" cy="5006975"/>
          </a:xfrm>
        </p:spPr>
        <p:txBody>
          <a:bodyPr>
            <a:normAutofit/>
          </a:bodyPr>
          <a:lstStyle>
            <a:lvl1pPr>
              <a:defRPr lang="en-US" altLang="zh-CN" dirty="0"/>
            </a:lvl1pPr>
            <a:lvl2pPr>
              <a:defRPr lang="en-US" altLang="zh-CN" dirty="0"/>
            </a:lvl2pPr>
            <a:lvl3pPr>
              <a:defRPr lang="en-US" altLang="zh-CN" dirty="0"/>
            </a:lvl3pPr>
            <a:lvl4pPr>
              <a:defRPr lang="en-US" altLang="zh-CN" dirty="0"/>
            </a:lvl4pPr>
            <a:lvl5pPr>
              <a:defRPr lang="en-US" altLang="zh-CN" dirty="0"/>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pic>
        <p:nvPicPr>
          <p:cNvPr id="5"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6" name="Shape 2400"/>
          <p:cNvSpPr/>
          <p:nvPr userDrawn="1"/>
        </p:nvSpPr>
        <p:spPr>
          <a:xfrm>
            <a:off x="10131930" y="6470505"/>
            <a:ext cx="1857303" cy="275139"/>
          </a:xfrm>
          <a:prstGeom prst="rect">
            <a:avLst/>
          </a:prstGeom>
          <a:ln w="12700">
            <a:miter lim="400000"/>
          </a:ln>
          <a:extLst>
            <a:ext uri="{C572A759-6A51-4108-AA02-DFA0A04FC94B}">
              <ma14:wrappingTextBoxFlag xmlns="" xmlns:ma14="http://schemas.microsoft.com/office/mac/drawingml/2011/main"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1522408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xmlns="" id="{BDB13F9A-9790-4562-8B37-BBDCA0C1B0FA}"/>
              </a:ext>
            </a:extLst>
          </p:cNvPr>
          <p:cNvSpPr>
            <a:spLocks noGrp="1"/>
          </p:cNvSpPr>
          <p:nvPr>
            <p:ph type="body" idx="1" hasCustomPrompt="1"/>
          </p:nvPr>
        </p:nvSpPr>
        <p:spPr>
          <a:xfrm>
            <a:off x="665163" y="1135380"/>
            <a:ext cx="5326061" cy="448976"/>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dirty="0"/>
              <a:t>Click to edit Master title style</a:t>
            </a:r>
          </a:p>
        </p:txBody>
      </p:sp>
      <p:sp>
        <p:nvSpPr>
          <p:cNvPr id="4" name="内容占位符 3">
            <a:extLst>
              <a:ext uri="{FF2B5EF4-FFF2-40B4-BE49-F238E27FC236}">
                <a16:creationId xmlns:a16="http://schemas.microsoft.com/office/drawing/2014/main" xmlns="" id="{8F939CE1-2565-4BD2-B765-0FDA979C4208}"/>
              </a:ext>
            </a:extLst>
          </p:cNvPr>
          <p:cNvSpPr>
            <a:spLocks noGrp="1"/>
          </p:cNvSpPr>
          <p:nvPr>
            <p:ph sz="half" idx="2" hasCustomPrompt="1"/>
          </p:nvPr>
        </p:nvSpPr>
        <p:spPr>
          <a:xfrm>
            <a:off x="671514" y="1685956"/>
            <a:ext cx="5326061" cy="4503707"/>
          </a:xfrm>
        </p:spPr>
        <p:txBody>
          <a:bodyPr>
            <a:normAutofit/>
          </a:bodyPr>
          <a:lstStyle>
            <a:lvl1pPr>
              <a:defRPr lang="en-US" altLang="zh-CN" dirty="0"/>
            </a:lvl1pPr>
            <a:lvl2pPr>
              <a:defRPr lang="en-US" altLang="zh-CN" dirty="0"/>
            </a:lvl2pPr>
            <a:lvl3pPr>
              <a:defRPr lang="en-US" altLang="zh-CN" dirty="0"/>
            </a:lvl3pPr>
            <a:lvl4pPr>
              <a:defRPr lang="en-US" altLang="zh-CN" dirty="0"/>
            </a:lvl4pPr>
            <a:lvl5pPr>
              <a:defRPr lang="en-US" altLang="zh-CN" dirty="0"/>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5" name="文本占位符 4">
            <a:extLst>
              <a:ext uri="{FF2B5EF4-FFF2-40B4-BE49-F238E27FC236}">
                <a16:creationId xmlns:a16="http://schemas.microsoft.com/office/drawing/2014/main" xmlns="" id="{37A8FE65-353E-44A9-975F-C67D0364E0EE}"/>
              </a:ext>
            </a:extLst>
          </p:cNvPr>
          <p:cNvSpPr>
            <a:spLocks noGrp="1"/>
          </p:cNvSpPr>
          <p:nvPr>
            <p:ph type="body" sz="quarter" idx="3" hasCustomPrompt="1"/>
          </p:nvPr>
        </p:nvSpPr>
        <p:spPr>
          <a:xfrm>
            <a:off x="6194426" y="1135380"/>
            <a:ext cx="5326061" cy="448976"/>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dirty="0"/>
              <a:t>Edit Master text styles</a:t>
            </a:r>
          </a:p>
        </p:txBody>
      </p:sp>
      <p:sp>
        <p:nvSpPr>
          <p:cNvPr id="6" name="内容占位符 5">
            <a:extLst>
              <a:ext uri="{FF2B5EF4-FFF2-40B4-BE49-F238E27FC236}">
                <a16:creationId xmlns:a16="http://schemas.microsoft.com/office/drawing/2014/main" xmlns="" id="{3E1F490D-3FF4-40C5-B1DD-918F0138111B}"/>
              </a:ext>
            </a:extLst>
          </p:cNvPr>
          <p:cNvSpPr>
            <a:spLocks noGrp="1"/>
          </p:cNvSpPr>
          <p:nvPr>
            <p:ph sz="quarter" idx="4" hasCustomPrompt="1"/>
          </p:nvPr>
        </p:nvSpPr>
        <p:spPr>
          <a:xfrm>
            <a:off x="6172199" y="1685956"/>
            <a:ext cx="5348287" cy="4503707"/>
          </a:xfrm>
        </p:spPr>
        <p:txBody>
          <a:bodyPr>
            <a:normAutofit/>
          </a:bodyPr>
          <a:lstStyle>
            <a:lvl1pPr>
              <a:defRPr lang="en-US" altLang="zh-CN" dirty="0"/>
            </a:lvl1pPr>
            <a:lvl2pPr>
              <a:defRPr lang="en-US" altLang="zh-CN" dirty="0"/>
            </a:lvl2pPr>
            <a:lvl3pPr>
              <a:defRPr lang="en-US" altLang="zh-CN" dirty="0"/>
            </a:lvl3pPr>
            <a:lvl4pPr>
              <a:defRPr lang="en-US" altLang="zh-CN" dirty="0"/>
            </a:lvl4pPr>
            <a:lvl5pPr>
              <a:defRPr lang="en-US" altLang="zh-CN" dirty="0"/>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 name="标题 9">
            <a:extLst>
              <a:ext uri="{FF2B5EF4-FFF2-40B4-BE49-F238E27FC236}">
                <a16:creationId xmlns:a16="http://schemas.microsoft.com/office/drawing/2014/main" xmlns="" id="{B458B080-7577-4712-B3BC-597995F4A741}"/>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pic>
        <p:nvPicPr>
          <p:cNvPr id="7"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8" name="Shape 2400"/>
          <p:cNvSpPr/>
          <p:nvPr userDrawn="1"/>
        </p:nvSpPr>
        <p:spPr>
          <a:xfrm>
            <a:off x="10131930" y="6470505"/>
            <a:ext cx="1857303" cy="275139"/>
          </a:xfrm>
          <a:prstGeom prst="rect">
            <a:avLst/>
          </a:prstGeom>
          <a:ln w="12700">
            <a:miter lim="400000"/>
          </a:ln>
          <a:extLst>
            <a:ext uri="{C572A759-6A51-4108-AA02-DFA0A04FC94B}">
              <ma14:wrappingTextBoxFlag xmlns="" xmlns:ma14="http://schemas.microsoft.com/office/mac/drawingml/2011/main"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1321622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sp>
        <p:nvSpPr>
          <p:cNvPr id="11" name="标题 5">
            <a:extLst>
              <a:ext uri="{FF2B5EF4-FFF2-40B4-BE49-F238E27FC236}">
                <a16:creationId xmlns:a16="http://schemas.microsoft.com/office/drawing/2014/main" xmlns="" id="{D124F9DB-C87A-423F-9657-38C7A2901430}"/>
              </a:ext>
            </a:extLst>
          </p:cNvPr>
          <p:cNvSpPr>
            <a:spLocks noGrp="1"/>
          </p:cNvSpPr>
          <p:nvPr>
            <p:ph type="title" hasCustomPrompt="1"/>
          </p:nvPr>
        </p:nvSpPr>
        <p:spPr>
          <a:xfrm>
            <a:off x="35496" y="-14144"/>
            <a:ext cx="6774874" cy="674024"/>
          </a:xfrm>
        </p:spPr>
        <p:txBody>
          <a:bodyPr anchor="ctr"/>
          <a:lstStyle>
            <a:lvl1pPr>
              <a:defRPr>
                <a:solidFill>
                  <a:schemeClr val="bg1"/>
                </a:solidFill>
              </a:defRPr>
            </a:lvl1pPr>
          </a:lstStyle>
          <a:p>
            <a:r>
              <a:rPr lang="en-US" altLang="zh-CN" dirty="0"/>
              <a:t>Click to edit Master title style</a:t>
            </a:r>
            <a:endParaRPr lang="zh-CN" altLang="en-US" dirty="0"/>
          </a:p>
        </p:txBody>
      </p:sp>
      <p:pic>
        <p:nvPicPr>
          <p:cNvPr id="5"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6" name="Shape 2400"/>
          <p:cNvSpPr/>
          <p:nvPr userDrawn="1"/>
        </p:nvSpPr>
        <p:spPr>
          <a:xfrm>
            <a:off x="10131930" y="6470505"/>
            <a:ext cx="1857303" cy="275139"/>
          </a:xfrm>
          <a:prstGeom prst="rect">
            <a:avLst/>
          </a:prstGeom>
          <a:ln w="12700">
            <a:miter lim="400000"/>
          </a:ln>
          <a:extLst>
            <a:ext uri="{C572A759-6A51-4108-AA02-DFA0A04FC94B}">
              <ma14:wrappingTextBoxFlag xmlns="" xmlns:ma14="http://schemas.microsoft.com/office/mac/drawingml/2011/main"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pic>
        <p:nvPicPr>
          <p:cNvPr id="7" name="Picture 3" descr="E:\2018\4\55e00c0cb998f.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flipH="1">
            <a:off x="35496" y="555532"/>
            <a:ext cx="12066193" cy="75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72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2"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3" name="Shape 2400"/>
          <p:cNvSpPr/>
          <p:nvPr userDrawn="1"/>
        </p:nvSpPr>
        <p:spPr>
          <a:xfrm>
            <a:off x="10131930" y="6470505"/>
            <a:ext cx="1857303" cy="275139"/>
          </a:xfrm>
          <a:prstGeom prst="rect">
            <a:avLst/>
          </a:prstGeom>
          <a:ln w="12700">
            <a:miter lim="400000"/>
          </a:ln>
          <a:extLst>
            <a:ext uri="{C572A759-6A51-4108-AA02-DFA0A04FC94B}">
              <ma14:wrappingTextBoxFlag xmlns="" xmlns:ma14="http://schemas.microsoft.com/office/mac/drawingml/2011/main"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3417728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xmlns="" id="{82A0A934-5CD6-45C4-85B8-F0193DB32107}"/>
              </a:ext>
            </a:extLst>
          </p:cNvPr>
          <p:cNvSpPr>
            <a:spLocks noGrp="1"/>
          </p:cNvSpPr>
          <p:nvPr>
            <p:ph type="pic" idx="1" hasCustomPrompt="1"/>
          </p:nvPr>
        </p:nvSpPr>
        <p:spPr>
          <a:xfrm>
            <a:off x="5183188" y="1130299"/>
            <a:ext cx="6337300" cy="5006975"/>
          </a:xfrm>
          <a:solidFill>
            <a:schemeClr val="bg1">
              <a:lumMod val="95000"/>
            </a:schemeClr>
          </a:solid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dirty="0"/>
              <a:t>Picture</a:t>
            </a:r>
            <a:endParaRPr lang="zh-CN" altLang="en-US" dirty="0"/>
          </a:p>
        </p:txBody>
      </p:sp>
      <p:sp>
        <p:nvSpPr>
          <p:cNvPr id="4" name="文本占位符 3">
            <a:extLst>
              <a:ext uri="{FF2B5EF4-FFF2-40B4-BE49-F238E27FC236}">
                <a16:creationId xmlns:a16="http://schemas.microsoft.com/office/drawing/2014/main" xmlns="" id="{193FB480-9825-4C58-BCE4-FA8E8034DF6A}"/>
              </a:ext>
            </a:extLst>
          </p:cNvPr>
          <p:cNvSpPr>
            <a:spLocks noGrp="1"/>
          </p:cNvSpPr>
          <p:nvPr>
            <p:ph type="body" sz="half" idx="2" hasCustomPrompt="1"/>
          </p:nvPr>
        </p:nvSpPr>
        <p:spPr>
          <a:xfrm>
            <a:off x="669924" y="1138237"/>
            <a:ext cx="4282322" cy="499903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dirty="0"/>
              <a:t>Edit Master text styles</a:t>
            </a:r>
          </a:p>
        </p:txBody>
      </p:sp>
      <p:sp>
        <p:nvSpPr>
          <p:cNvPr id="8" name="标题 7">
            <a:extLst>
              <a:ext uri="{FF2B5EF4-FFF2-40B4-BE49-F238E27FC236}">
                <a16:creationId xmlns:a16="http://schemas.microsoft.com/office/drawing/2014/main" xmlns="" id="{F4537028-F61E-47F3-9D71-30474CF14BD8}"/>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pic>
        <p:nvPicPr>
          <p:cNvPr id="5"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6" name="Shape 2400"/>
          <p:cNvSpPr/>
          <p:nvPr userDrawn="1"/>
        </p:nvSpPr>
        <p:spPr>
          <a:xfrm>
            <a:off x="10131930" y="6470505"/>
            <a:ext cx="1857303" cy="275139"/>
          </a:xfrm>
          <a:prstGeom prst="rect">
            <a:avLst/>
          </a:prstGeom>
          <a:ln w="12700">
            <a:miter lim="400000"/>
          </a:ln>
          <a:extLst>
            <a:ext uri="{C572A759-6A51-4108-AA02-DFA0A04FC94B}">
              <ma14:wrappingTextBoxFlag xmlns="" xmlns:ma14="http://schemas.microsoft.com/office/mac/drawingml/2011/main"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2307130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xmlns="" id="{F6A26850-400B-4B40-A941-1801CDFB6B60}"/>
              </a:ext>
            </a:extLst>
          </p:cNvPr>
          <p:cNvSpPr>
            <a:spLocks noGrp="1"/>
          </p:cNvSpPr>
          <p:nvPr>
            <p:ph type="title" orient="vert" hasCustomPrompt="1"/>
          </p:nvPr>
        </p:nvSpPr>
        <p:spPr>
          <a:xfrm>
            <a:off x="8610599" y="1130300"/>
            <a:ext cx="2909888" cy="5006974"/>
          </a:xfrm>
        </p:spPr>
        <p:txBody>
          <a:bodyPr vert="eaVert">
            <a:normAutofit/>
          </a:bodyPr>
          <a:lstStyle>
            <a:lvl1pPr>
              <a:defRPr sz="2000"/>
            </a:lvl1pPr>
          </a:lstStyle>
          <a:p>
            <a:r>
              <a:rPr lang="en-US" altLang="zh-CN" dirty="0"/>
              <a:t>Click to edit Master title style</a:t>
            </a:r>
            <a:endParaRPr lang="zh-CN" altLang="en-US" dirty="0"/>
          </a:p>
        </p:txBody>
      </p:sp>
      <p:sp>
        <p:nvSpPr>
          <p:cNvPr id="3" name="竖排文字占位符 2">
            <a:extLst>
              <a:ext uri="{FF2B5EF4-FFF2-40B4-BE49-F238E27FC236}">
                <a16:creationId xmlns:a16="http://schemas.microsoft.com/office/drawing/2014/main" xmlns="" id="{C4CE9257-C5F8-43EE-8C8C-4FD143283D49}"/>
              </a:ext>
            </a:extLst>
          </p:cNvPr>
          <p:cNvSpPr>
            <a:spLocks noGrp="1"/>
          </p:cNvSpPr>
          <p:nvPr>
            <p:ph type="body" orient="vert" idx="1" hasCustomPrompt="1"/>
          </p:nvPr>
        </p:nvSpPr>
        <p:spPr>
          <a:xfrm>
            <a:off x="669925" y="1130300"/>
            <a:ext cx="7795065" cy="5006973"/>
          </a:xfrm>
        </p:spPr>
        <p:txBody>
          <a:bodyPr vert="eaVert"/>
          <a:lstStyle>
            <a:lvl1pPr>
              <a:defRPr/>
            </a:lvl1pPr>
            <a:lvl2pPr>
              <a:defRPr/>
            </a:lvl2pPr>
            <a:lvl3pPr>
              <a:defRPr/>
            </a:lvl3pPr>
            <a:lvl4pPr>
              <a:defRPr/>
            </a:lvl4pPr>
            <a:lvl5pPr>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pic>
        <p:nvPicPr>
          <p:cNvPr id="4"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5" name="Shape 2400"/>
          <p:cNvSpPr/>
          <p:nvPr userDrawn="1"/>
        </p:nvSpPr>
        <p:spPr>
          <a:xfrm>
            <a:off x="10131930" y="6470505"/>
            <a:ext cx="1857303" cy="275139"/>
          </a:xfrm>
          <a:prstGeom prst="rect">
            <a:avLst/>
          </a:prstGeom>
          <a:ln w="12700">
            <a:miter lim="400000"/>
          </a:ln>
          <a:extLst>
            <a:ext uri="{C572A759-6A51-4108-AA02-DFA0A04FC94B}">
              <ma14:wrappingTextBoxFlag xmlns="" xmlns:ma14="http://schemas.microsoft.com/office/mac/drawingml/2011/main"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600749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p:txBody>
          <a:bodyPr/>
          <a:lstStyle>
            <a:lvl1pPr>
              <a:defRPr lang="en-US" altLang="zh-CN" dirty="0"/>
            </a:lvl1pPr>
            <a:lvl2pPr>
              <a:defRPr lang="en-US" altLang="zh-CN" dirty="0"/>
            </a:lvl2pPr>
            <a:lvl3pPr>
              <a:defRPr lang="en-US" altLang="zh-CN" dirty="0"/>
            </a:lvl3pPr>
            <a:lvl4pPr>
              <a:defRPr lang="en-US" altLang="zh-CN" dirty="0"/>
            </a:lvl4pPr>
            <a:lvl5pPr>
              <a:defRPr lang="en-US" altLang="zh-CN" dirty="0"/>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pic>
        <p:nvPicPr>
          <p:cNvPr id="4"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
        <p:nvSpPr>
          <p:cNvPr id="5" name="Shape 2400"/>
          <p:cNvSpPr/>
          <p:nvPr userDrawn="1"/>
        </p:nvSpPr>
        <p:spPr>
          <a:xfrm>
            <a:off x="10131930" y="6470505"/>
            <a:ext cx="1857303" cy="275139"/>
          </a:xfrm>
          <a:prstGeom prst="rect">
            <a:avLst/>
          </a:prstGeom>
          <a:ln w="12700">
            <a:miter lim="400000"/>
          </a:ln>
          <a:extLst>
            <a:ext uri="{C572A759-6A51-4108-AA02-DFA0A04FC94B}">
              <ma14:wrappingTextBoxFlag xmlns="" xmlns:ma14="http://schemas.microsoft.com/office/mac/drawingml/2011/main"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spTree>
    <p:extLst>
      <p:ext uri="{BB962C8B-B14F-4D97-AF65-F5344CB8AC3E}">
        <p14:creationId xmlns:p14="http://schemas.microsoft.com/office/powerpoint/2010/main" val="97783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8" name="Freeform 5">
            <a:extLst>
              <a:ext uri="{FF2B5EF4-FFF2-40B4-BE49-F238E27FC236}">
                <a16:creationId xmlns:a16="http://schemas.microsoft.com/office/drawing/2014/main" xmlns="" id="{E692F8FD-396E-466B-89C5-C3673A49DCA1}"/>
              </a:ext>
            </a:extLst>
          </p:cNvPr>
          <p:cNvSpPr>
            <a:spLocks/>
          </p:cNvSpPr>
          <p:nvPr userDrawn="1"/>
        </p:nvSpPr>
        <p:spPr bwMode="auto">
          <a:xfrm>
            <a:off x="669925" y="1006858"/>
            <a:ext cx="4911143" cy="5233605"/>
          </a:xfrm>
          <a:custGeom>
            <a:avLst/>
            <a:gdLst>
              <a:gd name="T0" fmla="*/ 0 w 4237"/>
              <a:gd name="T1" fmla="*/ 0 h 4090"/>
              <a:gd name="T2" fmla="*/ 4237 w 4237"/>
              <a:gd name="T3" fmla="*/ 722 h 4090"/>
              <a:gd name="T4" fmla="*/ 4237 w 4237"/>
              <a:gd name="T5" fmla="*/ 3368 h 4090"/>
              <a:gd name="T6" fmla="*/ 0 w 4237"/>
              <a:gd name="T7" fmla="*/ 4090 h 4090"/>
              <a:gd name="T8" fmla="*/ 0 w 4237"/>
              <a:gd name="T9" fmla="*/ 0 h 4090"/>
              <a:gd name="T10" fmla="*/ 0 w 4237"/>
              <a:gd name="T11" fmla="*/ 0 h 4090"/>
            </a:gdLst>
            <a:ahLst/>
            <a:cxnLst>
              <a:cxn ang="0">
                <a:pos x="T0" y="T1"/>
              </a:cxn>
              <a:cxn ang="0">
                <a:pos x="T2" y="T3"/>
              </a:cxn>
              <a:cxn ang="0">
                <a:pos x="T4" y="T5"/>
              </a:cxn>
              <a:cxn ang="0">
                <a:pos x="T6" y="T7"/>
              </a:cxn>
              <a:cxn ang="0">
                <a:pos x="T8" y="T9"/>
              </a:cxn>
              <a:cxn ang="0">
                <a:pos x="T10" y="T11"/>
              </a:cxn>
            </a:cxnLst>
            <a:rect l="0" t="0" r="r" b="b"/>
            <a:pathLst>
              <a:path w="4237" h="4090">
                <a:moveTo>
                  <a:pt x="0" y="0"/>
                </a:moveTo>
                <a:lnTo>
                  <a:pt x="4237" y="722"/>
                </a:lnTo>
                <a:lnTo>
                  <a:pt x="4237" y="3368"/>
                </a:lnTo>
                <a:lnTo>
                  <a:pt x="0" y="4090"/>
                </a:lnTo>
                <a:lnTo>
                  <a:pt x="0" y="0"/>
                </a:lnTo>
                <a:lnTo>
                  <a:pt x="0" y="0"/>
                </a:lnTo>
                <a:close/>
              </a:path>
            </a:pathLst>
          </a:custGeom>
          <a:blipFill>
            <a:blip r:embed="rId2"/>
            <a:srcRect/>
            <a:stretch>
              <a:fillRect l="-39724" r="-20126"/>
            </a:stretch>
          </a:bli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标题 1"/>
          <p:cNvSpPr>
            <a:spLocks noGrp="1"/>
          </p:cNvSpPr>
          <p:nvPr userDrawn="1">
            <p:ph type="ctrTitle" hasCustomPrompt="1"/>
          </p:nvPr>
        </p:nvSpPr>
        <p:spPr>
          <a:xfrm>
            <a:off x="6240379" y="1929147"/>
            <a:ext cx="5280109" cy="1953042"/>
          </a:xfrm>
        </p:spPr>
        <p:txBody>
          <a:bodyPr anchor="b">
            <a:normAutofit/>
          </a:bodyPr>
          <a:lstStyle>
            <a:lvl1pPr marL="0" indent="0" algn="l">
              <a:buFont typeface="Arial" panose="020B0604020202020204" pitchFamily="34" charset="0"/>
              <a:buNone/>
              <a:defRPr sz="3200">
                <a:solidFill>
                  <a:schemeClr val="tx2"/>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6240379" y="4827784"/>
            <a:ext cx="5280109" cy="310871"/>
          </a:xfrm>
        </p:spPr>
        <p:txBody>
          <a:bodyPr vert="horz" lIns="91440" tIns="45720" rIns="91440" bIns="45720" rtlCol="0">
            <a:normAutofit/>
          </a:bodyPr>
          <a:lstStyle>
            <a:lvl1pPr marL="0" indent="0" algn="l">
              <a:buNone/>
              <a:defRPr lang="zh-CN" altLang="en-US" sz="1500" smtClean="0">
                <a:solidFill>
                  <a:schemeClr val="tx2"/>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sp>
        <p:nvSpPr>
          <p:cNvPr id="6" name="文本占位符 13">
            <a:extLst>
              <a:ext uri="{FF2B5EF4-FFF2-40B4-BE49-F238E27FC236}">
                <a16:creationId xmlns:a16="http://schemas.microsoft.com/office/drawing/2014/main" xmlns="" id="{05EBDA4F-7210-4CAE-8333-80DB24212E78}"/>
              </a:ext>
            </a:extLst>
          </p:cNvPr>
          <p:cNvSpPr>
            <a:spLocks noGrp="1"/>
          </p:cNvSpPr>
          <p:nvPr>
            <p:ph type="body" sz="quarter" idx="10" hasCustomPrompt="1"/>
          </p:nvPr>
        </p:nvSpPr>
        <p:spPr>
          <a:xfrm>
            <a:off x="6240381" y="4531513"/>
            <a:ext cx="5280109" cy="296271"/>
          </a:xfrm>
        </p:spPr>
        <p:txBody>
          <a:bodyPr vert="horz" anchor="ctr">
            <a:noAutofit/>
          </a:bodyPr>
          <a:lstStyle>
            <a:lvl1pPr marL="0" indent="0" algn="l">
              <a:buNone/>
              <a:defRPr sz="1500" b="0">
                <a:solidFill>
                  <a:schemeClr val="tx2"/>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5" name="梯形 4">
            <a:extLst>
              <a:ext uri="{FF2B5EF4-FFF2-40B4-BE49-F238E27FC236}">
                <a16:creationId xmlns:a16="http://schemas.microsoft.com/office/drawing/2014/main" xmlns="" id="{610AAC8D-E8AF-4E03-A79B-2806EB93B21D}"/>
              </a:ext>
            </a:extLst>
          </p:cNvPr>
          <p:cNvSpPr/>
          <p:nvPr userDrawn="1"/>
        </p:nvSpPr>
        <p:spPr>
          <a:xfrm rot="16200000" flipH="1">
            <a:off x="9239444" y="3287903"/>
            <a:ext cx="5233607" cy="671517"/>
          </a:xfrm>
          <a:prstGeom prst="trapezoid">
            <a:avLst>
              <a:gd name="adj" fmla="val 11826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Shape 2400"/>
          <p:cNvSpPr/>
          <p:nvPr userDrawn="1"/>
        </p:nvSpPr>
        <p:spPr>
          <a:xfrm>
            <a:off x="10131930" y="6470505"/>
            <a:ext cx="1857303" cy="275139"/>
          </a:xfrm>
          <a:prstGeom prst="rect">
            <a:avLst/>
          </a:prstGeom>
          <a:ln w="12700">
            <a:miter lim="400000"/>
          </a:ln>
          <a:extLst>
            <a:ext uri="{C572A759-6A51-4108-AA02-DFA0A04FC94B}">
              <ma14:wrappingTextBoxFlag xmlns="" xmlns:ma14="http://schemas.microsoft.com/office/mac/drawingml/2011/main" val="1"/>
            </a:ext>
          </a:extLst>
        </p:spPr>
        <p:txBody>
          <a:bodyPr wrap="none" lIns="60039" tIns="60039" rIns="60039" bIns="60039">
            <a:spAutoFit/>
          </a:bodyPr>
          <a:lstStyle>
            <a:lvl1pPr>
              <a:defRPr sz="1200" i="1">
                <a:solidFill>
                  <a:srgbClr val="FF9300"/>
                </a:solidFill>
              </a:defRPr>
            </a:lvl1pPr>
          </a:lstStyle>
          <a:p>
            <a:pPr algn="ctr" defTabSz="756275" hangingPunct="0">
              <a:defRPr/>
            </a:pPr>
            <a:r>
              <a:rPr lang="en-US" sz="1000" kern="0" dirty="0">
                <a:sym typeface="Helvetica Light"/>
              </a:rPr>
              <a:t>To be the most reliable partner</a:t>
            </a:r>
            <a:endParaRPr sz="1000" kern="0" dirty="0">
              <a:sym typeface="Helvetica Light"/>
            </a:endParaRPr>
          </a:p>
        </p:txBody>
      </p:sp>
      <p:pic>
        <p:nvPicPr>
          <p:cNvPr id="4" name="Orange New.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92967" y="207589"/>
            <a:ext cx="396266" cy="398340"/>
          </a:xfrm>
          <a:prstGeom prst="rect">
            <a:avLst/>
          </a:prstGeom>
          <a:ln w="12700">
            <a:miter lim="400000"/>
          </a:ln>
        </p:spPr>
      </p:pic>
    </p:spTree>
    <p:extLst>
      <p:ext uri="{BB962C8B-B14F-4D97-AF65-F5344CB8AC3E}">
        <p14:creationId xmlns:p14="http://schemas.microsoft.com/office/powerpoint/2010/main" val="2825389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47B3319-3C50-4736-A187-43CDD796BC10}" type="datetimeFigureOut">
              <a:rPr lang="zh-CN" altLang="en-US" smtClean="0"/>
              <a:t>2025/1/23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98AA8FD-5DD8-4B23-AED2-5EB2A04A0C10}" type="slidenum">
              <a:rPr lang="zh-CN" altLang="en-US" smtClean="0"/>
              <a:t>‹#›</a:t>
            </a:fld>
            <a:endParaRPr lang="zh-CN" altLang="en-US"/>
          </a:p>
        </p:txBody>
      </p:sp>
    </p:spTree>
    <p:extLst>
      <p:ext uri="{BB962C8B-B14F-4D97-AF65-F5344CB8AC3E}">
        <p14:creationId xmlns:p14="http://schemas.microsoft.com/office/powerpoint/2010/main" val="4260759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cxnSp>
        <p:nvCxnSpPr>
          <p:cNvPr id="7" name="直接连接符 6"/>
          <p:cNvCxnSpPr/>
          <p:nvPr/>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69" r:id="rId2"/>
    <p:sldLayoutId id="2147483651" r:id="rId3"/>
    <p:sldLayoutId id="2147483664" r:id="rId4"/>
    <p:sldLayoutId id="2147483665" r:id="rId5"/>
    <p:sldLayoutId id="2147483670" r:id="rId6"/>
    <p:sldLayoutId id="2147483655" r:id="rId7"/>
    <p:sldLayoutId id="2147483666" r:id="rId8"/>
    <p:sldLayoutId id="2147483667" r:id="rId9"/>
    <p:sldLayoutId id="2147483668" r:id="rId10"/>
    <p:sldLayoutId id="2147483661" r:id="rId11"/>
    <p:sldLayoutId id="2147483671" r:id="rId12"/>
    <p:sldLayoutId id="2147483672" r:id="rId13"/>
  </p:sldLayoutIdLst>
  <p:hf hdr="0" dt="0"/>
  <p:txStyles>
    <p:title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22">
          <p15:clr>
            <a:srgbClr val="F26B43"/>
          </p15:clr>
        </p15:guide>
        <p15:guide id="2" pos="7257">
          <p15:clr>
            <a:srgbClr val="F26B43"/>
          </p15:clr>
        </p15:guide>
        <p15:guide id="3" orient="horz" pos="648">
          <p15:clr>
            <a:srgbClr val="F26B43"/>
          </p15:clr>
        </p15:guide>
        <p15:guide id="4" orient="horz" pos="712">
          <p15:clr>
            <a:srgbClr val="F26B43"/>
          </p15:clr>
        </p15:guide>
        <p15:guide id="5" orient="horz" pos="3931">
          <p15:clr>
            <a:srgbClr val="F26B43"/>
          </p15:clr>
        </p15:guide>
        <p15:guide id="6" orient="horz" pos="3866">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tags" Target="../tags/tag2.xml"/><Relationship Id="rId7" Type="http://schemas.openxmlformats.org/officeDocument/2006/relationships/oleObject" Target="../embeddings/oleObject1.bin"/><Relationship Id="rId2" Type="http://schemas.openxmlformats.org/officeDocument/2006/relationships/vmlDrawing" Target="../drawings/vmlDrawing1.vml"/><Relationship Id="rId1" Type="http://schemas.openxmlformats.org/officeDocument/2006/relationships/themeOverride" Target="../theme/themeOverride1.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3.xml"/><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4.xml"/><Relationship Id="rId7" Type="http://schemas.openxmlformats.org/officeDocument/2006/relationships/image" Target="../media/image6.emf"/><Relationship Id="rId2" Type="http://schemas.openxmlformats.org/officeDocument/2006/relationships/vmlDrawing" Target="../drawings/vmlDrawing2.vml"/><Relationship Id="rId1" Type="http://schemas.openxmlformats.org/officeDocument/2006/relationships/themeOverride" Target="../theme/themeOverride2.xml"/><Relationship Id="rId6" Type="http://schemas.openxmlformats.org/officeDocument/2006/relationships/oleObject" Target="../embeddings/oleObject2.bin"/><Relationship Id="rId5" Type="http://schemas.openxmlformats.org/officeDocument/2006/relationships/slideLayout" Target="../slideLayouts/slideLayout11.xml"/><Relationship Id="rId4"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148891" y="1184313"/>
            <a:ext cx="6301648" cy="4489376"/>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lt"/>
            </a:endParaRPr>
          </a:p>
        </p:txBody>
      </p:sp>
      <p:graphicFrame>
        <p:nvGraphicFramePr>
          <p:cNvPr id="3" name="对象 2" hidden="1">
            <a:extLst>
              <a:ext uri="{FF2B5EF4-FFF2-40B4-BE49-F238E27FC236}">
                <a16:creationId xmlns:a16="http://schemas.microsoft.com/office/drawing/2014/main" xmlns="" id="{3C326D0B-7DAB-41B6-8030-2E4A18CC949B}"/>
              </a:ext>
            </a:extLst>
          </p:cNvPr>
          <p:cNvGraphicFramePr>
            <a:graphicFrameLocks noChangeAspect="1"/>
          </p:cNvGraphicFramePr>
          <p:nvPr>
            <p:custDataLst>
              <p:tags r:id="rId3"/>
            </p:custDataLst>
            <p:extLst>
              <p:ext uri="{D42A27DB-BD31-4B8C-83A1-F6EECF244321}">
                <p14:modId xmlns:p14="http://schemas.microsoft.com/office/powerpoint/2010/main" val="2584086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593" name="think-cell Slide" r:id="rId7" imgW="347" imgH="348" progId="TCLayout.ActiveDocument.1">
                  <p:embed/>
                </p:oleObj>
              </mc:Choice>
              <mc:Fallback>
                <p:oleObj name="think-cell Slide" r:id="rId7" imgW="347" imgH="348" progId="TCLayout.ActiveDocument.1">
                  <p:embed/>
                  <p:pic>
                    <p:nvPicPr>
                      <p:cNvPr id="3" name="对象 2" hidden="1">
                        <a:extLst>
                          <a:ext uri="{FF2B5EF4-FFF2-40B4-BE49-F238E27FC236}">
                            <a16:creationId xmlns:a16="http://schemas.microsoft.com/office/drawing/2014/main" xmlns="" id="{3C326D0B-7DAB-41B6-8030-2E4A18CC949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矩形 1" hidden="1">
            <a:extLst>
              <a:ext uri="{FF2B5EF4-FFF2-40B4-BE49-F238E27FC236}">
                <a16:creationId xmlns:a16="http://schemas.microsoft.com/office/drawing/2014/main" xmlns="" id="{EC933494-1B63-4A32-964F-D05236799BAA}"/>
              </a:ext>
            </a:extLst>
          </p:cNvPr>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标题 3"/>
          <p:cNvSpPr>
            <a:spLocks noGrp="1"/>
          </p:cNvSpPr>
          <p:nvPr>
            <p:ph type="ctrTitle"/>
          </p:nvPr>
        </p:nvSpPr>
        <p:spPr>
          <a:xfrm>
            <a:off x="148891" y="2562248"/>
            <a:ext cx="6003866" cy="1956643"/>
          </a:xfrm>
        </p:spPr>
        <p:txBody>
          <a:bodyPr>
            <a:normAutofit fontScale="90000"/>
          </a:bodyPr>
          <a:lstStyle/>
          <a:p>
            <a:r>
              <a:rPr lang="en-US" altLang="zh-CN" dirty="0" smtClean="0"/>
              <a:t/>
            </a:r>
            <a:br>
              <a:rPr lang="en-US" altLang="zh-CN" dirty="0" smtClean="0"/>
            </a:br>
            <a:r>
              <a:rPr lang="en-US" altLang="zh-CN" dirty="0" smtClean="0">
                <a:effectLst>
                  <a:outerShdw blurRad="38100" dist="38100" dir="2700000" algn="tl">
                    <a:srgbClr val="000000">
                      <a:alpha val="43137"/>
                    </a:srgbClr>
                  </a:outerShdw>
                </a:effectLst>
              </a:rPr>
              <a:t>APACHE</a:t>
            </a:r>
            <a:br>
              <a:rPr lang="en-US" altLang="zh-CN" dirty="0" smtClean="0">
                <a:effectLst>
                  <a:outerShdw blurRad="38100" dist="38100" dir="2700000" algn="tl">
                    <a:srgbClr val="000000">
                      <a:alpha val="43137"/>
                    </a:srgbClr>
                  </a:outerShdw>
                </a:effectLst>
              </a:rPr>
            </a:br>
            <a:r>
              <a:rPr lang="en-US" altLang="zh-CN" sz="2800" dirty="0" smtClean="0">
                <a:effectLst>
                  <a:outerShdw blurRad="38100" dist="38100" dir="2700000" algn="tl">
                    <a:srgbClr val="000000">
                      <a:alpha val="43137"/>
                    </a:srgbClr>
                  </a:outerShdw>
                </a:effectLst>
              </a:rPr>
              <a:t>APC </a:t>
            </a:r>
            <a:r>
              <a:rPr lang="en-US" altLang="zh-CN" sz="2800" dirty="0">
                <a:effectLst>
                  <a:outerShdw blurRad="38100" dist="38100" dir="2700000" algn="tl">
                    <a:srgbClr val="000000">
                      <a:alpha val="43137"/>
                    </a:srgbClr>
                  </a:outerShdw>
                </a:effectLst>
              </a:rPr>
              <a:t>MES </a:t>
            </a:r>
            <a:r>
              <a:rPr lang="en-US" altLang="zh-CN" sz="2800" dirty="0" smtClean="0">
                <a:effectLst>
                  <a:outerShdw blurRad="38100" dist="38100" dir="2700000" algn="tl">
                    <a:srgbClr val="000000">
                      <a:alpha val="43137"/>
                    </a:srgbClr>
                  </a:outerShdw>
                </a:effectLst>
              </a:rPr>
              <a:t>End To End Decision Making System </a:t>
            </a:r>
            <a:endParaRPr lang="zh-CN" altLang="en-US" sz="2800" dirty="0">
              <a:effectLst>
                <a:outerShdw blurRad="38100" dist="38100" dir="2700000" algn="tl">
                  <a:srgbClr val="000000">
                    <a:alpha val="43137"/>
                  </a:srgbClr>
                </a:outerShdw>
              </a:effectLst>
            </a:endParaRPr>
          </a:p>
        </p:txBody>
      </p:sp>
      <p:sp>
        <p:nvSpPr>
          <p:cNvPr id="15" name="梯形 14">
            <a:extLst>
              <a:ext uri="{FF2B5EF4-FFF2-40B4-BE49-F238E27FC236}">
                <a16:creationId xmlns:a16="http://schemas.microsoft.com/office/drawing/2014/main" xmlns="" id="{E131C212-50F7-4AAE-A411-7BEAE36ED737}"/>
              </a:ext>
            </a:extLst>
          </p:cNvPr>
          <p:cNvSpPr/>
          <p:nvPr/>
        </p:nvSpPr>
        <p:spPr>
          <a:xfrm rot="16200000" flipH="1">
            <a:off x="8506328" y="3172325"/>
            <a:ext cx="6858001" cy="513352"/>
          </a:xfrm>
          <a:prstGeom prst="trapezoid">
            <a:avLst>
              <a:gd name="adj" fmla="val 5826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lt"/>
            </a:endParaRPr>
          </a:p>
        </p:txBody>
      </p:sp>
      <p:pic>
        <p:nvPicPr>
          <p:cNvPr id="16" name="图片 1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25405" y="1448899"/>
            <a:ext cx="1861853" cy="118900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0" name="TextBox 7"/>
          <p:cNvSpPr txBox="1"/>
          <p:nvPr/>
        </p:nvSpPr>
        <p:spPr>
          <a:xfrm>
            <a:off x="3489891" y="6332449"/>
            <a:ext cx="5623514" cy="307777"/>
          </a:xfrm>
          <a:prstGeom prst="rect">
            <a:avLst/>
          </a:prstGeom>
          <a:noFill/>
        </p:spPr>
        <p:txBody>
          <a:bodyPr wrap="square" rtlCol="0">
            <a:spAutoFit/>
          </a:bodyPr>
          <a:lstStyle/>
          <a:p>
            <a:pPr algn="ctr"/>
            <a:r>
              <a:rPr lang="en-US" altLang="zh-TW" sz="1400" dirty="0">
                <a:solidFill>
                  <a:schemeClr val="bg1">
                    <a:lumMod val="50000"/>
                  </a:schemeClr>
                </a:solidFill>
                <a:latin typeface="+mj-lt"/>
                <a:ea typeface="+mj-ea"/>
              </a:rPr>
              <a:t>e</a:t>
            </a:r>
            <a:r>
              <a:rPr lang="zh-TW" altLang="en-US" sz="1400" dirty="0">
                <a:solidFill>
                  <a:schemeClr val="bg1">
                    <a:lumMod val="50000"/>
                  </a:schemeClr>
                </a:solidFill>
                <a:latin typeface="+mj-lt"/>
                <a:ea typeface="+mj-ea"/>
              </a:rPr>
              <a:t>万行动</a:t>
            </a:r>
            <a:r>
              <a:rPr lang="zh-CN" altLang="en-US" sz="1400" dirty="0">
                <a:solidFill>
                  <a:schemeClr val="bg1">
                    <a:lumMod val="50000"/>
                  </a:schemeClr>
                </a:solidFill>
                <a:latin typeface="+mj-lt"/>
                <a:ea typeface="+mj-ea"/>
              </a:rPr>
              <a:t>，</a:t>
            </a:r>
            <a:r>
              <a:rPr lang="en-US" altLang="zh-CN" sz="1400" dirty="0">
                <a:solidFill>
                  <a:schemeClr val="bg1">
                    <a:lumMod val="50000"/>
                  </a:schemeClr>
                </a:solidFill>
                <a:latin typeface="+mj-lt"/>
                <a:ea typeface="+mj-ea"/>
              </a:rPr>
              <a:t>e-Apache, one Apache</a:t>
            </a:r>
            <a:endParaRPr lang="zh-CN" altLang="en-US" sz="1400" dirty="0">
              <a:solidFill>
                <a:schemeClr val="bg1">
                  <a:lumMod val="50000"/>
                </a:schemeClr>
              </a:solidFill>
              <a:latin typeface="+mj-lt"/>
              <a:ea typeface="+mj-ea"/>
            </a:endParaRPr>
          </a:p>
        </p:txBody>
      </p:sp>
    </p:spTree>
    <p:extLst>
      <p:ext uri="{BB962C8B-B14F-4D97-AF65-F5344CB8AC3E}">
        <p14:creationId xmlns:p14="http://schemas.microsoft.com/office/powerpoint/2010/main" val="22717418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 </a:t>
            </a:r>
            <a:r>
              <a:rPr lang="en-US" altLang="zh-CN" dirty="0"/>
              <a:t>Content</a:t>
            </a:r>
            <a:endParaRPr lang="zh-CN" altLang="en-US" dirty="0"/>
          </a:p>
        </p:txBody>
      </p:sp>
      <p:grpSp>
        <p:nvGrpSpPr>
          <p:cNvPr id="12" name="组合 11"/>
          <p:cNvGrpSpPr/>
          <p:nvPr/>
        </p:nvGrpSpPr>
        <p:grpSpPr>
          <a:xfrm>
            <a:off x="10565394" y="72395"/>
            <a:ext cx="1453034" cy="704850"/>
            <a:chOff x="10067453" y="63342"/>
            <a:chExt cx="1453034" cy="704850"/>
          </a:xfrm>
        </p:grpSpPr>
        <p:sp>
          <p:nvSpPr>
            <p:cNvPr id="8" name="矩形 7"/>
            <p:cNvSpPr/>
            <p:nvPr/>
          </p:nvSpPr>
          <p:spPr>
            <a:xfrm>
              <a:off x="10067453" y="63342"/>
              <a:ext cx="1453034" cy="704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lt"/>
              </a:endParaRP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7377" y="187665"/>
              <a:ext cx="456204" cy="456204"/>
            </a:xfrm>
            <a:prstGeom prst="rect">
              <a:avLst/>
            </a:prstGeom>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7521" y="63342"/>
              <a:ext cx="742950" cy="704850"/>
            </a:xfrm>
            <a:prstGeom prst="rect">
              <a:avLst/>
            </a:prstGeom>
          </p:spPr>
        </p:pic>
      </p:grpSp>
      <p:sp>
        <p:nvSpPr>
          <p:cNvPr id="9" name="Rectangle 8">
            <a:extLst>
              <a:ext uri="{FF2B5EF4-FFF2-40B4-BE49-F238E27FC236}">
                <a16:creationId xmlns:a16="http://schemas.microsoft.com/office/drawing/2014/main" xmlns="" id="{2FA75AB2-F309-4DAD-878C-2A59E7CE35E6}"/>
              </a:ext>
            </a:extLst>
          </p:cNvPr>
          <p:cNvSpPr>
            <a:spLocks noChangeArrowheads="1"/>
          </p:cNvSpPr>
          <p:nvPr/>
        </p:nvSpPr>
        <p:spPr bwMode="auto">
          <a:xfrm>
            <a:off x="2728022" y="1960843"/>
            <a:ext cx="814701" cy="548640"/>
          </a:xfrm>
          <a:prstGeom prst="rect">
            <a:avLst/>
          </a:prstGeom>
          <a:solidFill>
            <a:srgbClr val="FC9127"/>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FFFFFF"/>
                </a:solidFill>
                <a:latin typeface="+mj-lt"/>
                <a:ea typeface="微软雅黑" pitchFamily="34" charset="-122"/>
                <a:cs typeface="Arial" pitchFamily="34" charset="0"/>
              </a:rPr>
              <a:t>2</a:t>
            </a:r>
            <a:endParaRPr lang="en-US" altLang="zh-CN" sz="1800" dirty="0">
              <a:solidFill>
                <a:srgbClr val="FFFFFF"/>
              </a:solidFill>
              <a:latin typeface="+mj-lt"/>
              <a:ea typeface="微软雅黑" pitchFamily="34" charset="-122"/>
              <a:cs typeface="Arial" pitchFamily="34" charset="0"/>
            </a:endParaRPr>
          </a:p>
        </p:txBody>
      </p:sp>
      <p:sp>
        <p:nvSpPr>
          <p:cNvPr id="13" name="Rectangle 5">
            <a:extLst>
              <a:ext uri="{FF2B5EF4-FFF2-40B4-BE49-F238E27FC236}">
                <a16:creationId xmlns:a16="http://schemas.microsoft.com/office/drawing/2014/main" xmlns="" id="{B20B0CB0-034C-4E7D-A9A4-8FC43CA0A59D}"/>
              </a:ext>
            </a:extLst>
          </p:cNvPr>
          <p:cNvSpPr>
            <a:spLocks noChangeArrowheads="1"/>
          </p:cNvSpPr>
          <p:nvPr/>
        </p:nvSpPr>
        <p:spPr bwMode="gray">
          <a:xfrm>
            <a:off x="3626934" y="1960843"/>
            <a:ext cx="5773407" cy="548640"/>
          </a:xfrm>
          <a:prstGeom prst="rect">
            <a:avLst/>
          </a:prstGeom>
          <a:solidFill>
            <a:srgbClr val="FF9328"/>
          </a:solidFill>
          <a:ln>
            <a:noFill/>
          </a:ln>
        </p:spPr>
        <p:txBody>
          <a:bodyPr lIns="180000" tIns="46800" rIns="72000" bIns="46800" anchor="ctr"/>
          <a:lstStyle/>
          <a:p>
            <a:pPr eaLnBrk="0" latinLnBrk="1" hangingPunct="0">
              <a:buClr>
                <a:srgbClr val="006600"/>
              </a:buClr>
              <a:buSzPct val="85000"/>
            </a:pPr>
            <a:r>
              <a:rPr lang="zh-CN" altLang="en-US" b="1" dirty="0" smtClean="0">
                <a:solidFill>
                  <a:schemeClr val="bg1"/>
                </a:solidFill>
                <a:latin typeface="+mj-lt"/>
                <a:ea typeface="微软雅黑" pitchFamily="34" charset="-122"/>
              </a:rPr>
              <a:t>项目</a:t>
            </a:r>
            <a:r>
              <a:rPr lang="zh-CN" altLang="en-US" b="1" dirty="0">
                <a:solidFill>
                  <a:schemeClr val="bg1"/>
                </a:solidFill>
                <a:latin typeface="+mj-lt"/>
                <a:ea typeface="微软雅黑" pitchFamily="34" charset="-122"/>
              </a:rPr>
              <a:t>规划 </a:t>
            </a:r>
            <a:r>
              <a:rPr lang="en-US" altLang="zh-CN" b="1" dirty="0">
                <a:solidFill>
                  <a:schemeClr val="bg1"/>
                </a:solidFill>
                <a:latin typeface="+mj-lt"/>
                <a:ea typeface="微软雅黑" pitchFamily="34" charset="-122"/>
              </a:rPr>
              <a:t>Project </a:t>
            </a:r>
            <a:r>
              <a:rPr lang="en-US" altLang="zh-CN" b="1" dirty="0" smtClean="0">
                <a:solidFill>
                  <a:schemeClr val="bg1"/>
                </a:solidFill>
                <a:latin typeface="+mj-lt"/>
                <a:ea typeface="微软雅黑" pitchFamily="34" charset="-122"/>
              </a:rPr>
              <a:t>Schedule</a:t>
            </a:r>
            <a:endParaRPr lang="en-US" altLang="zh-CN" b="1" dirty="0">
              <a:solidFill>
                <a:schemeClr val="bg1"/>
              </a:solidFill>
              <a:latin typeface="+mj-lt"/>
              <a:ea typeface="微软雅黑" pitchFamily="34" charset="-122"/>
            </a:endParaRPr>
          </a:p>
        </p:txBody>
      </p:sp>
      <p:sp>
        <p:nvSpPr>
          <p:cNvPr id="24" name="Rectangle 8">
            <a:extLst>
              <a:ext uri="{FF2B5EF4-FFF2-40B4-BE49-F238E27FC236}">
                <a16:creationId xmlns:a16="http://schemas.microsoft.com/office/drawing/2014/main" xmlns="" id="{2FA75AB2-F309-4DAD-878C-2A59E7CE35E6}"/>
              </a:ext>
            </a:extLst>
          </p:cNvPr>
          <p:cNvSpPr>
            <a:spLocks noChangeArrowheads="1"/>
          </p:cNvSpPr>
          <p:nvPr/>
        </p:nvSpPr>
        <p:spPr bwMode="auto">
          <a:xfrm>
            <a:off x="2728022" y="1289142"/>
            <a:ext cx="814701" cy="548640"/>
          </a:xfrm>
          <a:prstGeom prst="rect">
            <a:avLst/>
          </a:prstGeom>
          <a:solidFill>
            <a:srgbClr val="FC9127"/>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FFFFFF"/>
                </a:solidFill>
                <a:latin typeface="+mj-lt"/>
                <a:ea typeface="微软雅黑" pitchFamily="34" charset="-122"/>
                <a:cs typeface="Arial" pitchFamily="34" charset="0"/>
              </a:rPr>
              <a:t>1</a:t>
            </a:r>
            <a:endParaRPr lang="en-US" altLang="zh-CN" sz="1800" dirty="0">
              <a:solidFill>
                <a:srgbClr val="FFFFFF"/>
              </a:solidFill>
              <a:latin typeface="+mj-lt"/>
              <a:ea typeface="微软雅黑" pitchFamily="34" charset="-122"/>
              <a:cs typeface="Arial" pitchFamily="34" charset="0"/>
            </a:endParaRPr>
          </a:p>
        </p:txBody>
      </p:sp>
      <p:sp>
        <p:nvSpPr>
          <p:cNvPr id="25" name="Rectangle 5">
            <a:extLst>
              <a:ext uri="{FF2B5EF4-FFF2-40B4-BE49-F238E27FC236}">
                <a16:creationId xmlns:a16="http://schemas.microsoft.com/office/drawing/2014/main" xmlns="" id="{B20B0CB0-034C-4E7D-A9A4-8FC43CA0A59D}"/>
              </a:ext>
            </a:extLst>
          </p:cNvPr>
          <p:cNvSpPr>
            <a:spLocks noChangeArrowheads="1"/>
          </p:cNvSpPr>
          <p:nvPr/>
        </p:nvSpPr>
        <p:spPr bwMode="gray">
          <a:xfrm>
            <a:off x="3626934" y="1289142"/>
            <a:ext cx="5773407" cy="548640"/>
          </a:xfrm>
          <a:prstGeom prst="rect">
            <a:avLst/>
          </a:prstGeom>
          <a:solidFill>
            <a:srgbClr val="FF9328"/>
          </a:solidFill>
          <a:ln>
            <a:noFill/>
          </a:ln>
        </p:spPr>
        <p:txBody>
          <a:bodyPr lIns="180000" tIns="46800" rIns="72000" bIns="46800" anchor="ctr"/>
          <a:lstStyle/>
          <a:p>
            <a:pPr eaLnBrk="0" latinLnBrk="1" hangingPunct="0">
              <a:buClr>
                <a:srgbClr val="006600"/>
              </a:buClr>
              <a:buSzPct val="85000"/>
            </a:pPr>
            <a:r>
              <a:rPr lang="zh-CN" altLang="en-US" b="1" dirty="0">
                <a:solidFill>
                  <a:schemeClr val="bg1"/>
                </a:solidFill>
                <a:latin typeface="+mj-lt"/>
                <a:ea typeface="微软雅黑" pitchFamily="34" charset="-122"/>
              </a:rPr>
              <a:t>项目范围 </a:t>
            </a:r>
            <a:r>
              <a:rPr lang="en-US" altLang="zh-CN" b="1" dirty="0">
                <a:solidFill>
                  <a:schemeClr val="bg1"/>
                </a:solidFill>
                <a:latin typeface="+mj-lt"/>
                <a:ea typeface="微软雅黑" pitchFamily="34" charset="-122"/>
              </a:rPr>
              <a:t>Project Scope</a:t>
            </a:r>
            <a:endParaRPr lang="zh-CN" altLang="en-US" b="1" dirty="0">
              <a:solidFill>
                <a:schemeClr val="bg1"/>
              </a:solidFill>
              <a:latin typeface="+mj-lt"/>
              <a:ea typeface="微软雅黑" pitchFamily="34" charset="-122"/>
            </a:endParaRPr>
          </a:p>
        </p:txBody>
      </p:sp>
      <p:sp>
        <p:nvSpPr>
          <p:cNvPr id="17" name="Rectangle 8">
            <a:extLst>
              <a:ext uri="{FF2B5EF4-FFF2-40B4-BE49-F238E27FC236}">
                <a16:creationId xmlns:a16="http://schemas.microsoft.com/office/drawing/2014/main" xmlns="" id="{5BFE36D3-9A88-44FB-B11C-F9E300E6BA3F}"/>
              </a:ext>
            </a:extLst>
          </p:cNvPr>
          <p:cNvSpPr>
            <a:spLocks noChangeArrowheads="1"/>
          </p:cNvSpPr>
          <p:nvPr/>
        </p:nvSpPr>
        <p:spPr bwMode="auto">
          <a:xfrm>
            <a:off x="2717005" y="2684722"/>
            <a:ext cx="814701" cy="548640"/>
          </a:xfrm>
          <a:prstGeom prst="rect">
            <a:avLst/>
          </a:prstGeom>
          <a:solidFill>
            <a:srgbClr val="FC9127"/>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FFFFFF"/>
                </a:solidFill>
                <a:latin typeface="+mj-lt"/>
                <a:ea typeface="微软雅黑" pitchFamily="34" charset="-122"/>
                <a:cs typeface="Arial" pitchFamily="34" charset="0"/>
              </a:rPr>
              <a:t>3</a:t>
            </a:r>
            <a:endParaRPr lang="en-US" altLang="zh-CN" sz="1800" dirty="0">
              <a:solidFill>
                <a:srgbClr val="FFFFFF"/>
              </a:solidFill>
              <a:latin typeface="+mj-lt"/>
              <a:ea typeface="微软雅黑" pitchFamily="34" charset="-122"/>
              <a:cs typeface="Arial" pitchFamily="34" charset="0"/>
            </a:endParaRPr>
          </a:p>
        </p:txBody>
      </p:sp>
      <p:sp>
        <p:nvSpPr>
          <p:cNvPr id="18" name="Rectangle 5">
            <a:extLst>
              <a:ext uri="{FF2B5EF4-FFF2-40B4-BE49-F238E27FC236}">
                <a16:creationId xmlns:a16="http://schemas.microsoft.com/office/drawing/2014/main" xmlns="" id="{5814A8E3-FB98-4FD9-9703-749015CC5236}"/>
              </a:ext>
            </a:extLst>
          </p:cNvPr>
          <p:cNvSpPr>
            <a:spLocks noChangeArrowheads="1"/>
          </p:cNvSpPr>
          <p:nvPr/>
        </p:nvSpPr>
        <p:spPr bwMode="gray">
          <a:xfrm>
            <a:off x="3626934" y="2660582"/>
            <a:ext cx="5773407" cy="548640"/>
          </a:xfrm>
          <a:prstGeom prst="rect">
            <a:avLst/>
          </a:prstGeom>
          <a:solidFill>
            <a:srgbClr val="FF9328"/>
          </a:solidFill>
          <a:ln>
            <a:noFill/>
          </a:ln>
        </p:spPr>
        <p:txBody>
          <a:bodyPr lIns="180000" tIns="46800" rIns="72000" bIns="46800" anchor="ctr"/>
          <a:lstStyle/>
          <a:p>
            <a:pPr eaLnBrk="0" latinLnBrk="1" hangingPunct="0">
              <a:buClr>
                <a:srgbClr val="006600"/>
              </a:buClr>
              <a:buSzPct val="85000"/>
            </a:pPr>
            <a:r>
              <a:rPr lang="zh-CN" altLang="en-US" b="1" dirty="0">
                <a:solidFill>
                  <a:schemeClr val="bg1"/>
                </a:solidFill>
                <a:latin typeface="+mj-lt"/>
                <a:ea typeface="微软雅黑" pitchFamily="34" charset="-122"/>
              </a:rPr>
              <a:t>项目团队</a:t>
            </a:r>
            <a:r>
              <a:rPr lang="en-US" altLang="zh-CN" b="1" dirty="0">
                <a:solidFill>
                  <a:schemeClr val="bg1"/>
                </a:solidFill>
                <a:latin typeface="+mj-lt"/>
                <a:ea typeface="微软雅黑" pitchFamily="34" charset="-122"/>
              </a:rPr>
              <a:t>Project Team</a:t>
            </a:r>
          </a:p>
        </p:txBody>
      </p:sp>
      <p:sp>
        <p:nvSpPr>
          <p:cNvPr id="14" name="Rectangle 8">
            <a:extLst>
              <a:ext uri="{FF2B5EF4-FFF2-40B4-BE49-F238E27FC236}">
                <a16:creationId xmlns:a16="http://schemas.microsoft.com/office/drawing/2014/main" xmlns="" id="{2FA75AB2-F309-4DAD-878C-2A59E7CE35E6}"/>
              </a:ext>
            </a:extLst>
          </p:cNvPr>
          <p:cNvSpPr>
            <a:spLocks noChangeArrowheads="1"/>
          </p:cNvSpPr>
          <p:nvPr/>
        </p:nvSpPr>
        <p:spPr bwMode="auto">
          <a:xfrm>
            <a:off x="2728022" y="4076242"/>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smtClean="0">
                <a:solidFill>
                  <a:srgbClr val="DB6A03"/>
                </a:solidFill>
                <a:latin typeface="+mj-lt"/>
                <a:ea typeface="微软雅黑" pitchFamily="34" charset="-122"/>
                <a:cs typeface="Arial" pitchFamily="34" charset="0"/>
              </a:rPr>
              <a:t>5</a:t>
            </a:r>
            <a:endParaRPr lang="en-US" altLang="zh-CN" sz="1800" dirty="0">
              <a:solidFill>
                <a:srgbClr val="DB6A03"/>
              </a:solidFill>
              <a:latin typeface="+mj-lt"/>
              <a:ea typeface="微软雅黑" pitchFamily="34" charset="-122"/>
              <a:cs typeface="Arial" pitchFamily="34" charset="0"/>
            </a:endParaRPr>
          </a:p>
        </p:txBody>
      </p:sp>
      <p:sp>
        <p:nvSpPr>
          <p:cNvPr id="15" name="Rectangle 5">
            <a:extLst>
              <a:ext uri="{FF2B5EF4-FFF2-40B4-BE49-F238E27FC236}">
                <a16:creationId xmlns:a16="http://schemas.microsoft.com/office/drawing/2014/main" xmlns="" id="{B20B0CB0-034C-4E7D-A9A4-8FC43CA0A59D}"/>
              </a:ext>
            </a:extLst>
          </p:cNvPr>
          <p:cNvSpPr>
            <a:spLocks noChangeArrowheads="1"/>
          </p:cNvSpPr>
          <p:nvPr/>
        </p:nvSpPr>
        <p:spPr bwMode="gray">
          <a:xfrm>
            <a:off x="3626934" y="4076242"/>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项目沟通</a:t>
            </a:r>
            <a:r>
              <a:rPr lang="en-US" altLang="zh-CN" b="1" dirty="0">
                <a:solidFill>
                  <a:srgbClr val="DB6A03"/>
                </a:solidFill>
                <a:latin typeface="+mj-lt"/>
                <a:ea typeface="微软雅黑" pitchFamily="34" charset="-122"/>
              </a:rPr>
              <a:t>-</a:t>
            </a:r>
            <a:r>
              <a:rPr lang="zh-CN" altLang="en-US" b="1" dirty="0">
                <a:solidFill>
                  <a:srgbClr val="DB6A03"/>
                </a:solidFill>
                <a:latin typeface="+mj-lt"/>
                <a:ea typeface="微软雅黑" pitchFamily="34" charset="-122"/>
              </a:rPr>
              <a:t>工具 </a:t>
            </a:r>
            <a:r>
              <a:rPr lang="en-US" altLang="zh-CN" b="1" dirty="0">
                <a:solidFill>
                  <a:srgbClr val="DB6A03"/>
                </a:solidFill>
                <a:latin typeface="+mj-lt"/>
                <a:ea typeface="微软雅黑" pitchFamily="34" charset="-122"/>
              </a:rPr>
              <a:t>Project Communication- Tools</a:t>
            </a:r>
            <a:endParaRPr lang="zh-CN" altLang="en-US" sz="1800" b="1" dirty="0">
              <a:solidFill>
                <a:srgbClr val="DB6A03"/>
              </a:solidFill>
              <a:latin typeface="+mj-lt"/>
              <a:ea typeface="微软雅黑" pitchFamily="34" charset="-122"/>
            </a:endParaRPr>
          </a:p>
        </p:txBody>
      </p:sp>
      <p:sp>
        <p:nvSpPr>
          <p:cNvPr id="16" name="Rectangle 8">
            <a:extLst>
              <a:ext uri="{FF2B5EF4-FFF2-40B4-BE49-F238E27FC236}">
                <a16:creationId xmlns:a16="http://schemas.microsoft.com/office/drawing/2014/main" xmlns="" id="{2FA75AB2-F309-4DAD-878C-2A59E7CE35E6}"/>
              </a:ext>
            </a:extLst>
          </p:cNvPr>
          <p:cNvSpPr>
            <a:spLocks noChangeArrowheads="1"/>
          </p:cNvSpPr>
          <p:nvPr/>
        </p:nvSpPr>
        <p:spPr bwMode="auto">
          <a:xfrm>
            <a:off x="2717004" y="4889384"/>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DB6A03"/>
                </a:solidFill>
                <a:latin typeface="+mj-lt"/>
                <a:ea typeface="微软雅黑" pitchFamily="34" charset="-122"/>
                <a:cs typeface="Arial" pitchFamily="34" charset="0"/>
              </a:rPr>
              <a:t>6</a:t>
            </a:r>
            <a:endParaRPr lang="en-US" altLang="zh-CN" sz="1800" dirty="0">
              <a:solidFill>
                <a:srgbClr val="DB6A03"/>
              </a:solidFill>
              <a:latin typeface="+mj-lt"/>
              <a:ea typeface="微软雅黑" pitchFamily="34" charset="-122"/>
              <a:cs typeface="Arial" pitchFamily="34" charset="0"/>
            </a:endParaRPr>
          </a:p>
        </p:txBody>
      </p:sp>
      <p:sp>
        <p:nvSpPr>
          <p:cNvPr id="19" name="Rectangle 5">
            <a:extLst>
              <a:ext uri="{FF2B5EF4-FFF2-40B4-BE49-F238E27FC236}">
                <a16:creationId xmlns:a16="http://schemas.microsoft.com/office/drawing/2014/main" xmlns="" id="{B20B0CB0-034C-4E7D-A9A4-8FC43CA0A59D}"/>
              </a:ext>
            </a:extLst>
          </p:cNvPr>
          <p:cNvSpPr>
            <a:spLocks noChangeArrowheads="1"/>
          </p:cNvSpPr>
          <p:nvPr/>
        </p:nvSpPr>
        <p:spPr bwMode="gray">
          <a:xfrm>
            <a:off x="3740146" y="4889384"/>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latin typeface="+mj-lt"/>
                <a:ea typeface="微软雅黑" pitchFamily="34" charset="-122"/>
              </a:rPr>
              <a:t>项目沟通 </a:t>
            </a:r>
            <a:r>
              <a:rPr lang="en-US" altLang="zh-CN" b="1" dirty="0">
                <a:solidFill>
                  <a:srgbClr val="DB6A03"/>
                </a:solidFill>
                <a:latin typeface="+mj-lt"/>
                <a:ea typeface="微软雅黑" pitchFamily="34" charset="-122"/>
              </a:rPr>
              <a:t>Project Communication </a:t>
            </a:r>
            <a:endParaRPr lang="zh-CN" altLang="en-US" b="1" dirty="0">
              <a:solidFill>
                <a:srgbClr val="DB6A03"/>
              </a:solidFill>
              <a:latin typeface="+mj-lt"/>
              <a:ea typeface="微软雅黑" pitchFamily="34" charset="-122"/>
            </a:endParaRPr>
          </a:p>
        </p:txBody>
      </p:sp>
      <p:sp>
        <p:nvSpPr>
          <p:cNvPr id="22" name="Rectangle 8">
            <a:extLst>
              <a:ext uri="{FF2B5EF4-FFF2-40B4-BE49-F238E27FC236}">
                <a16:creationId xmlns:a16="http://schemas.microsoft.com/office/drawing/2014/main" xmlns="" id="{2FA75AB2-F309-4DAD-878C-2A59E7CE35E6}"/>
              </a:ext>
            </a:extLst>
          </p:cNvPr>
          <p:cNvSpPr>
            <a:spLocks noChangeArrowheads="1"/>
          </p:cNvSpPr>
          <p:nvPr/>
        </p:nvSpPr>
        <p:spPr bwMode="auto">
          <a:xfrm>
            <a:off x="2717003" y="3359341"/>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DB6A03"/>
                </a:solidFill>
                <a:latin typeface="+mj-lt"/>
                <a:ea typeface="微软雅黑" pitchFamily="34" charset="-122"/>
                <a:cs typeface="Arial" pitchFamily="34" charset="0"/>
              </a:rPr>
              <a:t>4</a:t>
            </a:r>
            <a:endParaRPr lang="en-US" altLang="zh-CN" sz="1800" dirty="0">
              <a:solidFill>
                <a:srgbClr val="DB6A03"/>
              </a:solidFill>
              <a:latin typeface="+mj-lt"/>
              <a:ea typeface="微软雅黑" pitchFamily="34" charset="-122"/>
              <a:cs typeface="Arial" pitchFamily="34" charset="0"/>
            </a:endParaRPr>
          </a:p>
        </p:txBody>
      </p:sp>
      <p:sp>
        <p:nvSpPr>
          <p:cNvPr id="23" name="Rectangle 5">
            <a:extLst>
              <a:ext uri="{FF2B5EF4-FFF2-40B4-BE49-F238E27FC236}">
                <a16:creationId xmlns:a16="http://schemas.microsoft.com/office/drawing/2014/main" xmlns="" id="{B20B0CB0-034C-4E7D-A9A4-8FC43CA0A59D}"/>
              </a:ext>
            </a:extLst>
          </p:cNvPr>
          <p:cNvSpPr>
            <a:spLocks noChangeArrowheads="1"/>
          </p:cNvSpPr>
          <p:nvPr/>
        </p:nvSpPr>
        <p:spPr bwMode="gray">
          <a:xfrm>
            <a:off x="3626933" y="3355617"/>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ln w="0">
                  <a:solidFill>
                    <a:srgbClr val="FF9328"/>
                  </a:solidFill>
                </a:ln>
                <a:solidFill>
                  <a:srgbClr val="DB6A03"/>
                </a:solidFill>
                <a:effectLst>
                  <a:outerShdw blurRad="38100" dist="25400" dir="5400000" algn="ctr" rotWithShape="0">
                    <a:srgbClr val="6E747A">
                      <a:alpha val="43000"/>
                    </a:srgbClr>
                  </a:outerShdw>
                </a:effectLst>
                <a:ea typeface="微软雅黑" pitchFamily="34" charset="-122"/>
              </a:rPr>
              <a:t>项目组织 </a:t>
            </a:r>
            <a:r>
              <a:rPr lang="en-US" altLang="zh-CN" b="1" dirty="0">
                <a:ln w="0">
                  <a:solidFill>
                    <a:srgbClr val="FF9328"/>
                  </a:solidFill>
                </a:ln>
                <a:solidFill>
                  <a:srgbClr val="DB6A03"/>
                </a:solidFill>
                <a:effectLst>
                  <a:outerShdw blurRad="38100" dist="25400" dir="5400000" algn="ctr" rotWithShape="0">
                    <a:srgbClr val="6E747A">
                      <a:alpha val="43000"/>
                    </a:srgbClr>
                  </a:outerShdw>
                </a:effectLst>
                <a:ea typeface="微软雅黑" pitchFamily="34" charset="-122"/>
              </a:rPr>
              <a:t>Project Organization</a:t>
            </a:r>
            <a:endParaRPr lang="zh-CN" altLang="en-US" b="1" dirty="0">
              <a:ln w="0">
                <a:solidFill>
                  <a:srgbClr val="FF9328"/>
                </a:solidFill>
              </a:ln>
              <a:solidFill>
                <a:srgbClr val="DB6A03"/>
              </a:solidFill>
              <a:ea typeface="微软雅黑" pitchFamily="34" charset="-122"/>
            </a:endParaRPr>
          </a:p>
        </p:txBody>
      </p:sp>
    </p:spTree>
    <p:extLst>
      <p:ext uri="{BB962C8B-B14F-4D97-AF65-F5344CB8AC3E}">
        <p14:creationId xmlns:p14="http://schemas.microsoft.com/office/powerpoint/2010/main" val="11133795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标题 1"/>
          <p:cNvSpPr>
            <a:spLocks noGrp="1"/>
          </p:cNvSpPr>
          <p:nvPr>
            <p:ph type="title"/>
          </p:nvPr>
        </p:nvSpPr>
        <p:spPr>
          <a:xfrm>
            <a:off x="441348" y="115920"/>
            <a:ext cx="10850563" cy="652921"/>
          </a:xfrm>
        </p:spPr>
        <p:txBody>
          <a:bodyPr>
            <a:normAutofit/>
          </a:bodyPr>
          <a:lstStyle/>
          <a:p>
            <a:r>
              <a:rPr lang="zh-CN" altLang="en-US" sz="2400" dirty="0" smtClean="0">
                <a:latin typeface="+mj-ea"/>
              </a:rPr>
              <a:t>项目范围 </a:t>
            </a:r>
            <a:r>
              <a:rPr lang="en-US" altLang="zh-CN" sz="2400" dirty="0" smtClean="0">
                <a:latin typeface="+mj-ea"/>
              </a:rPr>
              <a:t>Project Scope</a:t>
            </a:r>
            <a:endParaRPr lang="zh-CN" altLang="en-US" sz="2400" dirty="0">
              <a:latin typeface="+mj-ea"/>
            </a:endParaRPr>
          </a:p>
        </p:txBody>
      </p:sp>
      <p:graphicFrame>
        <p:nvGraphicFramePr>
          <p:cNvPr id="38" name="表格 37"/>
          <p:cNvGraphicFramePr>
            <a:graphicFrameLocks noGrp="1"/>
          </p:cNvGraphicFramePr>
          <p:nvPr>
            <p:extLst>
              <p:ext uri="{D42A27DB-BD31-4B8C-83A1-F6EECF244321}">
                <p14:modId xmlns:p14="http://schemas.microsoft.com/office/powerpoint/2010/main" val="428302751"/>
              </p:ext>
            </p:extLst>
          </p:nvPr>
        </p:nvGraphicFramePr>
        <p:xfrm>
          <a:off x="222921" y="1212110"/>
          <a:ext cx="11823769" cy="5563159"/>
        </p:xfrm>
        <a:graphic>
          <a:graphicData uri="http://schemas.openxmlformats.org/drawingml/2006/table">
            <a:tbl>
              <a:tblPr/>
              <a:tblGrid>
                <a:gridCol w="664156">
                  <a:extLst>
                    <a:ext uri="{9D8B030D-6E8A-4147-A177-3AD203B41FA5}">
                      <a16:colId xmlns:a16="http://schemas.microsoft.com/office/drawing/2014/main" xmlns="" val="20000"/>
                    </a:ext>
                  </a:extLst>
                </a:gridCol>
                <a:gridCol w="1446820">
                  <a:extLst>
                    <a:ext uri="{9D8B030D-6E8A-4147-A177-3AD203B41FA5}">
                      <a16:colId xmlns:a16="http://schemas.microsoft.com/office/drawing/2014/main" xmlns="" val="20001"/>
                    </a:ext>
                  </a:extLst>
                </a:gridCol>
                <a:gridCol w="4119154">
                  <a:extLst>
                    <a:ext uri="{9D8B030D-6E8A-4147-A177-3AD203B41FA5}">
                      <a16:colId xmlns:a16="http://schemas.microsoft.com/office/drawing/2014/main" xmlns="" val="20002"/>
                    </a:ext>
                  </a:extLst>
                </a:gridCol>
                <a:gridCol w="2303147">
                  <a:extLst>
                    <a:ext uri="{9D8B030D-6E8A-4147-A177-3AD203B41FA5}">
                      <a16:colId xmlns:a16="http://schemas.microsoft.com/office/drawing/2014/main" xmlns="" val="20003"/>
                    </a:ext>
                  </a:extLst>
                </a:gridCol>
                <a:gridCol w="3290492"/>
              </a:tblGrid>
              <a:tr h="628518">
                <a:tc>
                  <a:txBody>
                    <a:bodyPr/>
                    <a:lstStyle/>
                    <a:p>
                      <a:pPr algn="ctr" fontAlgn="ctr"/>
                      <a:r>
                        <a:rPr lang="zh-CN" altLang="en-US" sz="1400" b="1" i="0" u="none" strike="noStrike" dirty="0" smtClean="0">
                          <a:solidFill>
                            <a:srgbClr val="FFFFFF"/>
                          </a:solidFill>
                          <a:effectLst/>
                          <a:latin typeface="+mj-lt"/>
                          <a:ea typeface="+mj-ea"/>
                        </a:rPr>
                        <a:t>序号</a:t>
                      </a:r>
                      <a:endParaRPr lang="en-US" altLang="zh-CN" sz="1400" b="1" i="0" u="none" strike="noStrike" dirty="0" smtClean="0">
                        <a:solidFill>
                          <a:srgbClr val="FFFFFF"/>
                        </a:solidFill>
                        <a:effectLst/>
                        <a:latin typeface="+mj-lt"/>
                        <a:ea typeface="+mj-ea"/>
                      </a:endParaRPr>
                    </a:p>
                    <a:p>
                      <a:pPr algn="ctr" fontAlgn="ctr"/>
                      <a:r>
                        <a:rPr lang="en-US" altLang="zh-CN" sz="1400" b="1" i="0" u="none" strike="noStrike" dirty="0" smtClean="0">
                          <a:solidFill>
                            <a:srgbClr val="FFFFFF"/>
                          </a:solidFill>
                          <a:effectLst/>
                          <a:latin typeface="+mj-lt"/>
                          <a:ea typeface="+mj-ea"/>
                        </a:rPr>
                        <a:t>No.</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lumMod val="50000"/>
                      </a:schemeClr>
                    </a:solidFill>
                  </a:tcPr>
                </a:tc>
                <a:tc>
                  <a:txBody>
                    <a:bodyPr/>
                    <a:lstStyle/>
                    <a:p>
                      <a:pPr marL="0" algn="ctr" defTabSz="914354" rtl="0" eaLnBrk="1" fontAlgn="ctr" latinLnBrk="0" hangingPunct="1"/>
                      <a:r>
                        <a:rPr lang="zh-CN" altLang="en-US" sz="1400" b="1" i="0" u="none" strike="noStrike" kern="1200" dirty="0" smtClean="0">
                          <a:solidFill>
                            <a:srgbClr val="FFFFFF"/>
                          </a:solidFill>
                          <a:effectLst/>
                          <a:latin typeface="+mj-lt"/>
                          <a:ea typeface="+mj-ea"/>
                          <a:cs typeface="+mn-cs"/>
                        </a:rPr>
                        <a:t>类别</a:t>
                      </a:r>
                      <a:endParaRPr lang="en-US" altLang="zh-CN" sz="1400" b="1" i="0" u="none" strike="noStrike" kern="1200" dirty="0" smtClean="0">
                        <a:solidFill>
                          <a:srgbClr val="FFFFFF"/>
                        </a:solidFill>
                        <a:effectLst/>
                        <a:latin typeface="+mj-lt"/>
                        <a:ea typeface="+mj-ea"/>
                        <a:cs typeface="+mn-cs"/>
                      </a:endParaRPr>
                    </a:p>
                    <a:p>
                      <a:pPr marL="0" algn="ctr" defTabSz="914354" rtl="0" eaLnBrk="1" fontAlgn="ctr" latinLnBrk="0" hangingPunct="1"/>
                      <a:r>
                        <a:rPr lang="en-US" altLang="zh-CN" sz="1400" b="1" i="0" u="none" strike="noStrike" kern="1200" dirty="0" smtClean="0">
                          <a:solidFill>
                            <a:srgbClr val="FFFFFF"/>
                          </a:solidFill>
                          <a:effectLst/>
                          <a:latin typeface="+mj-lt"/>
                          <a:ea typeface="+mj-ea"/>
                          <a:cs typeface="+mn-cs"/>
                        </a:rPr>
                        <a:t>Category</a:t>
                      </a:r>
                      <a:endParaRPr lang="zh-CN" altLang="en-US" sz="1400" b="1" i="0" u="none" strike="noStrike" kern="1200" dirty="0">
                        <a:solidFill>
                          <a:srgbClr val="FFFFFF"/>
                        </a:solidFill>
                        <a:effectLst/>
                        <a:latin typeface="+mj-lt"/>
                        <a:ea typeface="+mj-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lumMod val="50000"/>
                      </a:schemeClr>
                    </a:solidFill>
                  </a:tcPr>
                </a:tc>
                <a:tc>
                  <a:txBody>
                    <a:bodyPr/>
                    <a:lstStyle/>
                    <a:p>
                      <a:pPr algn="ctr" rtl="0" fontAlgn="ctr"/>
                      <a:r>
                        <a:rPr lang="zh-CN" altLang="en-US" sz="1400" b="1" i="0" u="none" strike="noStrike" dirty="0" smtClean="0">
                          <a:solidFill>
                            <a:srgbClr val="FFFFFF"/>
                          </a:solidFill>
                          <a:effectLst/>
                          <a:latin typeface="+mj-lt"/>
                          <a:ea typeface="+mj-ea"/>
                        </a:rPr>
                        <a:t>范围内</a:t>
                      </a:r>
                      <a:endParaRPr lang="en-US" altLang="zh-CN" sz="1400" b="1" i="0" u="none" strike="noStrike" dirty="0" smtClean="0">
                        <a:solidFill>
                          <a:srgbClr val="FFFFFF"/>
                        </a:solidFill>
                        <a:effectLst/>
                        <a:latin typeface="+mj-lt"/>
                        <a:ea typeface="+mj-ea"/>
                      </a:endParaRPr>
                    </a:p>
                    <a:p>
                      <a:pPr algn="ctr" rtl="0" fontAlgn="ctr"/>
                      <a:r>
                        <a:rPr lang="en-US" altLang="zh-CN" sz="1400" b="1" i="0" u="none" strike="noStrike" dirty="0" smtClean="0">
                          <a:solidFill>
                            <a:srgbClr val="FFFFFF"/>
                          </a:solidFill>
                          <a:effectLst/>
                          <a:latin typeface="+mj-lt"/>
                          <a:ea typeface="+mj-ea"/>
                        </a:rPr>
                        <a:t>Scope-in</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a:txBody>
                    <a:bodyPr/>
                    <a:lstStyle/>
                    <a:p>
                      <a:pPr algn="ctr" rtl="0" fontAlgn="ctr"/>
                      <a:r>
                        <a:rPr lang="zh-CN" altLang="en-US" sz="1400" b="1" i="0" u="none" strike="noStrike" dirty="0" smtClean="0">
                          <a:solidFill>
                            <a:srgbClr val="FFFFFF"/>
                          </a:solidFill>
                          <a:effectLst/>
                          <a:latin typeface="+mj-lt"/>
                          <a:ea typeface="+mj-ea"/>
                        </a:rPr>
                        <a:t>范围外</a:t>
                      </a:r>
                      <a:endParaRPr lang="en-US" altLang="zh-CN" sz="1400" b="1" i="0" u="none" strike="noStrike" dirty="0" smtClean="0">
                        <a:solidFill>
                          <a:srgbClr val="FFFFFF"/>
                        </a:solidFill>
                        <a:effectLst/>
                        <a:latin typeface="+mj-lt"/>
                        <a:ea typeface="+mj-ea"/>
                      </a:endParaRPr>
                    </a:p>
                    <a:p>
                      <a:pPr algn="ctr" rtl="0" fontAlgn="ctr"/>
                      <a:r>
                        <a:rPr lang="en-US" altLang="zh-CN" sz="1400" b="1" i="0" u="none" strike="noStrike" dirty="0" smtClean="0">
                          <a:solidFill>
                            <a:srgbClr val="FFFFFF"/>
                          </a:solidFill>
                          <a:effectLst/>
                          <a:latin typeface="+mj-lt"/>
                          <a:ea typeface="+mj-ea"/>
                        </a:rPr>
                        <a:t>Scope-out</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0000"/>
                    </a:solidFill>
                  </a:tcPr>
                </a:tc>
                <a:tc>
                  <a:txBody>
                    <a:bodyPr/>
                    <a:lstStyle/>
                    <a:p>
                      <a:pPr algn="ctr" rtl="0" fontAlgn="ctr"/>
                      <a:r>
                        <a:rPr lang="zh-CN" altLang="en-US" sz="1400" b="1" i="0" u="none" strike="noStrike" dirty="0" smtClean="0">
                          <a:solidFill>
                            <a:srgbClr val="FFFFFF"/>
                          </a:solidFill>
                          <a:effectLst/>
                          <a:latin typeface="+mj-lt"/>
                          <a:ea typeface="+mj-ea"/>
                        </a:rPr>
                        <a:t>备注</a:t>
                      </a:r>
                      <a:endParaRPr lang="en-US" altLang="zh-CN" sz="1400" b="1" i="0" u="none" strike="noStrike" dirty="0" smtClean="0">
                        <a:solidFill>
                          <a:srgbClr val="FFFFFF"/>
                        </a:solidFill>
                        <a:effectLst/>
                        <a:latin typeface="+mj-lt"/>
                        <a:ea typeface="+mj-ea"/>
                      </a:endParaRPr>
                    </a:p>
                    <a:p>
                      <a:pPr algn="ctr" rtl="0" fontAlgn="ctr"/>
                      <a:r>
                        <a:rPr lang="en-US" altLang="zh-CN" sz="1400" b="1" i="0" u="none" strike="noStrike" dirty="0" smtClean="0">
                          <a:solidFill>
                            <a:srgbClr val="FFFFFF"/>
                          </a:solidFill>
                          <a:effectLst/>
                          <a:latin typeface="+mj-lt"/>
                          <a:ea typeface="+mj-ea"/>
                        </a:rPr>
                        <a:t>Remark</a:t>
                      </a:r>
                      <a:endParaRPr lang="zh-CN" altLang="en-US" sz="1400" b="1" i="0" u="none" strike="noStrike" dirty="0">
                        <a:solidFill>
                          <a:srgbClr val="FFFFFF"/>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xmlns="" val="10000"/>
                  </a:ext>
                </a:extLst>
              </a:tr>
              <a:tr h="1451212">
                <a:tc>
                  <a:txBody>
                    <a:bodyPr/>
                    <a:lstStyle/>
                    <a:p>
                      <a:pPr algn="ctr" fontAlgn="ctr"/>
                      <a:r>
                        <a:rPr lang="en-US" altLang="zh-CN" sz="1800" b="1" i="0" u="none" strike="noStrike" dirty="0" smtClean="0">
                          <a:solidFill>
                            <a:schemeClr val="tx1"/>
                          </a:solidFill>
                          <a:effectLst/>
                          <a:latin typeface="+mj-lt"/>
                          <a:ea typeface="+mj-ea"/>
                        </a:rPr>
                        <a:t>1</a:t>
                      </a:r>
                      <a:endParaRPr lang="zh-CN" altLang="en-US" sz="1800" b="1" i="0" u="none" strike="noStrike" dirty="0">
                        <a:solidFill>
                          <a:schemeClr val="tx1"/>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400" b="1" i="0" u="none" strike="noStrike" kern="1200" baseline="0" dirty="0" smtClean="0">
                          <a:solidFill>
                            <a:schemeClr val="tx1"/>
                          </a:solidFill>
                          <a:effectLst/>
                          <a:latin typeface="+mj-lt"/>
                          <a:ea typeface="+mn-ea"/>
                          <a:cs typeface="+mn-cs"/>
                        </a:rPr>
                        <a:t>系统系统</a:t>
                      </a:r>
                      <a:r>
                        <a:rPr lang="en-US" altLang="zh-CN" sz="1400" b="1" i="0" u="none" strike="noStrike" kern="1200" baseline="0" dirty="0" smtClean="0">
                          <a:solidFill>
                            <a:schemeClr val="tx1"/>
                          </a:solidFill>
                          <a:effectLst/>
                          <a:latin typeface="+mj-lt"/>
                          <a:ea typeface="+mn-ea"/>
                          <a:cs typeface="+mn-cs"/>
                        </a:rPr>
                        <a:t>System</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rtl="0" fontAlgn="ctr"/>
                      <a:r>
                        <a:rPr lang="en-US" altLang="zh-CN" sz="1200" b="0" i="0" u="none" strike="noStrike" baseline="0" dirty="0" smtClean="0">
                          <a:solidFill>
                            <a:schemeClr val="tx1"/>
                          </a:solidFill>
                          <a:effectLst/>
                          <a:latin typeface="+mj-lt"/>
                          <a:ea typeface="+mj-ea"/>
                        </a:rPr>
                        <a:t> 1 . </a:t>
                      </a:r>
                      <a:r>
                        <a:rPr lang="en-GB" altLang="zh-CN" sz="1200" b="0" i="0" u="none" strike="noStrike" baseline="0" dirty="0" smtClean="0">
                          <a:solidFill>
                            <a:schemeClr val="tx1"/>
                          </a:solidFill>
                          <a:effectLst/>
                          <a:latin typeface="+mj-lt"/>
                          <a:ea typeface="+mj-ea"/>
                        </a:rPr>
                        <a:t>The End-to-End Decision Making System project offers by visualizing data across various stages, We can easily track the status of each PO from order receipt to final shipment enhances the clarity of operational insights but also enables the proactive identification and resolution of process issues . Additionally it ensures stability ,efficiency and sustainability</a:t>
                      </a:r>
                      <a:endParaRPr lang="en-US" altLang="zh-CN" sz="1200" b="0" i="0" u="none" strike="noStrike" baseline="0" dirty="0" smtClean="0">
                        <a:solidFill>
                          <a:schemeClr val="tx1"/>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3D1"/>
                    </a:solidFill>
                  </a:tcPr>
                </a:tc>
                <a:tc>
                  <a:txBody>
                    <a:bodyPr/>
                    <a:lstStyle/>
                    <a:p>
                      <a:pPr algn="l" rtl="0" fontAlgn="ctr"/>
                      <a:r>
                        <a:rPr lang="en-US" altLang="zh-CN" sz="1400" b="0" i="0" u="none" strike="noStrike" kern="1200" baseline="0" dirty="0" smtClean="0">
                          <a:solidFill>
                            <a:schemeClr val="tx1"/>
                          </a:solidFill>
                          <a:effectLst/>
                          <a:latin typeface="+mj-lt"/>
                          <a:ea typeface="+mn-ea"/>
                          <a:cs typeface="+mn-cs"/>
                        </a:rPr>
                        <a:t>                       -</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rtl="0" fontAlgn="ctr"/>
                      <a:endParaRPr lang="en-US" altLang="zh-CN" sz="1400" b="0" i="0" u="none" strike="noStrike" kern="1200" baseline="0" dirty="0" smtClean="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r>
              <a:tr h="1698172">
                <a:tc>
                  <a:txBody>
                    <a:bodyPr/>
                    <a:lstStyle/>
                    <a:p>
                      <a:pPr algn="ctr" fontAlgn="ctr"/>
                      <a:r>
                        <a:rPr lang="en-US" altLang="zh-CN" sz="1800" b="1" i="0" u="none" strike="noStrike" dirty="0" smtClean="0">
                          <a:solidFill>
                            <a:schemeClr val="tx1"/>
                          </a:solidFill>
                          <a:effectLst/>
                          <a:latin typeface="+mj-lt"/>
                          <a:ea typeface="+mj-ea"/>
                        </a:rPr>
                        <a:t>2</a:t>
                      </a:r>
                      <a:endParaRPr lang="zh-CN" altLang="en-US" sz="1800" b="1" i="0" u="none" strike="noStrike" dirty="0">
                        <a:solidFill>
                          <a:schemeClr val="tx1"/>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400" b="1" i="0" kern="1200" dirty="0" smtClean="0">
                          <a:solidFill>
                            <a:schemeClr val="tx1"/>
                          </a:solidFill>
                          <a:effectLst/>
                          <a:latin typeface="+mj-lt"/>
                          <a:ea typeface="+mn-ea"/>
                          <a:cs typeface="+mn-cs"/>
                        </a:rPr>
                        <a:t>平台 </a:t>
                      </a:r>
                      <a:r>
                        <a:rPr lang="en-US" altLang="zh-CN" sz="1400" b="1" i="0" kern="1200" dirty="0" smtClean="0">
                          <a:solidFill>
                            <a:schemeClr val="tx1"/>
                          </a:solidFill>
                          <a:effectLst/>
                          <a:latin typeface="+mj-lt"/>
                          <a:ea typeface="+mn-ea"/>
                          <a:cs typeface="+mn-cs"/>
                        </a:rPr>
                        <a:t>Platform</a:t>
                      </a:r>
                      <a:endParaRPr lang="en-US" altLang="zh-CN" sz="1200" b="1" i="0" u="none" strike="noStrike" kern="1200" baseline="0" dirty="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rtl="0" fontAlgn="ctr"/>
                      <a:r>
                        <a:rPr lang="en-US" altLang="zh-CN" sz="1400" b="0" i="0" u="none" strike="noStrike" baseline="0" dirty="0" smtClean="0">
                          <a:solidFill>
                            <a:schemeClr val="tx1"/>
                          </a:solidFill>
                          <a:effectLst/>
                          <a:latin typeface="+mj-lt"/>
                          <a:ea typeface="+mj-ea"/>
                        </a:rPr>
                        <a:t> MES (customized function)</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3D1"/>
                    </a:solidFill>
                  </a:tcPr>
                </a:tc>
                <a:tc>
                  <a:txBody>
                    <a:bodyPr/>
                    <a:lstStyle/>
                    <a:p>
                      <a:pPr algn="ctr" rtl="0" fontAlgn="ctr"/>
                      <a:r>
                        <a:rPr lang="en-US" altLang="zh-CN" sz="1400" b="0" i="0" u="none" strike="noStrike" kern="1200" baseline="0" dirty="0" smtClean="0">
                          <a:solidFill>
                            <a:schemeClr val="tx1"/>
                          </a:solidFill>
                          <a:effectLst/>
                          <a:latin typeface="+mj-lt"/>
                          <a:ea typeface="+mn-ea"/>
                          <a:cs typeface="+mn-cs"/>
                        </a:rPr>
                        <a:t> MES</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rtl="0" fontAlgn="ctr"/>
                      <a:endParaRPr lang="en-US" altLang="zh-CN" sz="1400" b="0" i="0" u="none" strike="noStrike" kern="1200" baseline="0" dirty="0" smtClean="0">
                        <a:solidFill>
                          <a:schemeClr val="tx1"/>
                        </a:solidFill>
                        <a:effectLst/>
                        <a:latin typeface="+mj-lt"/>
                        <a:ea typeface="+mn-ea"/>
                        <a:cs typeface="+mn-cs"/>
                      </a:endParaRPr>
                    </a:p>
                    <a:p>
                      <a:pPr algn="l" rtl="0" fontAlgn="ctr"/>
                      <a:endParaRPr lang="en-US" altLang="zh-CN" sz="1400" b="0" i="0" u="none" strike="noStrike" kern="1200" baseline="0" dirty="0" smtClean="0">
                        <a:solidFill>
                          <a:schemeClr val="tx1"/>
                        </a:solidFill>
                        <a:effectLst/>
                        <a:latin typeface="+mj-lt"/>
                        <a:ea typeface="+mn-ea"/>
                        <a:cs typeface="+mn-cs"/>
                      </a:endParaRPr>
                    </a:p>
                    <a:p>
                      <a:pPr algn="l" rtl="0" fontAlgn="ctr"/>
                      <a:endParaRPr lang="en-US" altLang="zh-CN" sz="1400" b="0" i="0" u="none" strike="noStrike" kern="1200" baseline="0" dirty="0" smtClean="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r>
              <a:tr h="1785257">
                <a:tc>
                  <a:txBody>
                    <a:bodyPr/>
                    <a:lstStyle/>
                    <a:p>
                      <a:pPr algn="ctr" fontAlgn="ctr"/>
                      <a:r>
                        <a:rPr lang="en-US" altLang="zh-CN" sz="1800" b="1" i="0" u="none" strike="noStrike" dirty="0" smtClean="0">
                          <a:solidFill>
                            <a:schemeClr val="tx1"/>
                          </a:solidFill>
                          <a:effectLst/>
                          <a:latin typeface="+mj-lt"/>
                          <a:ea typeface="+mj-ea"/>
                        </a:rPr>
                        <a:t>3</a:t>
                      </a:r>
                      <a:endParaRPr lang="zh-CN" altLang="en-US" sz="1800" b="1" i="0" u="none" strike="noStrike" dirty="0">
                        <a:solidFill>
                          <a:schemeClr val="tx1"/>
                        </a:solidFill>
                        <a:effectLst/>
                        <a:latin typeface="+mj-lt"/>
                        <a:ea typeface="+mj-ea"/>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ctr" defTabSz="914354" rtl="0" eaLnBrk="1" fontAlgn="ctr" latinLnBrk="0" hangingPunct="1">
                        <a:lnSpc>
                          <a:spcPct val="100000"/>
                        </a:lnSpc>
                        <a:spcBef>
                          <a:spcPts val="0"/>
                        </a:spcBef>
                        <a:spcAft>
                          <a:spcPts val="0"/>
                        </a:spcAft>
                        <a:buClrTx/>
                        <a:buSzTx/>
                        <a:buFontTx/>
                        <a:buNone/>
                        <a:tabLst/>
                        <a:defRPr/>
                      </a:pPr>
                      <a:r>
                        <a:rPr lang="zh-CN" altLang="en-US" sz="1400" b="1" i="0" kern="1200" dirty="0" smtClean="0">
                          <a:solidFill>
                            <a:schemeClr val="tx1"/>
                          </a:solidFill>
                          <a:effectLst/>
                          <a:latin typeface="+mj-lt"/>
                          <a:ea typeface="+mn-ea"/>
                          <a:cs typeface="+mn-cs"/>
                        </a:rPr>
                        <a:t>区域 </a:t>
                      </a:r>
                      <a:r>
                        <a:rPr lang="en-US" altLang="zh-CN" sz="1400" b="1" i="0" kern="1200" dirty="0" smtClean="0">
                          <a:solidFill>
                            <a:schemeClr val="tx1"/>
                          </a:solidFill>
                          <a:effectLst/>
                          <a:latin typeface="+mj-lt"/>
                          <a:ea typeface="+mn-ea"/>
                          <a:cs typeface="+mn-cs"/>
                        </a:rPr>
                        <a:t>Region</a:t>
                      </a:r>
                      <a:endParaRPr lang="en-US" altLang="zh-CN" sz="1200" b="1" i="0" u="none" strike="noStrike" kern="1200" baseline="0" dirty="0" smtClean="0">
                        <a:solidFill>
                          <a:schemeClr val="tx1"/>
                        </a:solidFill>
                        <a:effectLst/>
                        <a:latin typeface="+mj-lt"/>
                        <a:ea typeface="+mn-ea"/>
                        <a:cs typeface="+mn-cs"/>
                      </a:endParaRPr>
                    </a:p>
                    <a:p>
                      <a:pPr marL="0" marR="0" indent="0" algn="ctr" defTabSz="914354" rtl="0" eaLnBrk="1" fontAlgn="ctr" latinLnBrk="0" hangingPunct="1">
                        <a:lnSpc>
                          <a:spcPct val="100000"/>
                        </a:lnSpc>
                        <a:spcBef>
                          <a:spcPts val="0"/>
                        </a:spcBef>
                        <a:spcAft>
                          <a:spcPts val="0"/>
                        </a:spcAft>
                        <a:buClrTx/>
                        <a:buSzTx/>
                        <a:buFontTx/>
                        <a:buNone/>
                        <a:tabLst/>
                        <a:defRPr/>
                      </a:pPr>
                      <a:endParaRPr lang="en-US" altLang="zh-CN" sz="1400" b="1" i="0" u="none" strike="noStrike" kern="1200" baseline="0" dirty="0" smtClean="0">
                        <a:solidFill>
                          <a:schemeClr val="tx1"/>
                        </a:solidFill>
                        <a:effectLst/>
                        <a:latin typeface="+mj-lt"/>
                        <a:ea typeface="+mj-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rtl="0" fontAlgn="ctr"/>
                      <a:r>
                        <a:rPr lang="en-US" altLang="zh-CN" sz="1400" b="0" i="0" u="none" strike="noStrike" baseline="0" dirty="0" smtClean="0">
                          <a:solidFill>
                            <a:schemeClr val="tx1"/>
                          </a:solidFill>
                          <a:effectLst/>
                          <a:latin typeface="+mj-lt"/>
                          <a:ea typeface="+mj-ea"/>
                        </a:rPr>
                        <a:t>APC </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3D1"/>
                    </a:solidFill>
                  </a:tcPr>
                </a:tc>
                <a:tc>
                  <a:txBody>
                    <a:bodyPr/>
                    <a:lstStyle/>
                    <a:p>
                      <a:pPr algn="ctr" rtl="0" fontAlgn="ctr"/>
                      <a:r>
                        <a:rPr lang="en-US" altLang="zh-CN" sz="1400" b="0" i="0" u="none" strike="noStrike" kern="1200" baseline="0" dirty="0" smtClean="0">
                          <a:solidFill>
                            <a:schemeClr val="tx1"/>
                          </a:solidFill>
                          <a:effectLst/>
                          <a:latin typeface="+mj-lt"/>
                          <a:ea typeface="+mn-ea"/>
                          <a:cs typeface="+mn-cs"/>
                        </a:rPr>
                        <a:t>-</a:t>
                      </a: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lgn="l" rtl="0" fontAlgn="ctr"/>
                      <a:endParaRPr lang="en-US" altLang="zh-CN" sz="1400" b="0" i="0" u="none" strike="noStrike" kern="1200" baseline="0" dirty="0" smtClean="0">
                        <a:solidFill>
                          <a:schemeClr val="tx1"/>
                        </a:solidFill>
                        <a:effectLst/>
                        <a:latin typeface="+mj-lt"/>
                        <a:ea typeface="+mn-ea"/>
                        <a:cs typeface="+mn-cs"/>
                      </a:endParaRPr>
                    </a:p>
                  </a:txBody>
                  <a:tcPr marL="5791" marR="5791" marT="579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r>
            </a:tbl>
          </a:graphicData>
        </a:graphic>
      </p:graphicFrame>
    </p:spTree>
    <p:extLst>
      <p:ext uri="{BB962C8B-B14F-4D97-AF65-F5344CB8AC3E}">
        <p14:creationId xmlns:p14="http://schemas.microsoft.com/office/powerpoint/2010/main" val="1235172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p:cNvGrpSpPr/>
          <p:nvPr/>
        </p:nvGrpSpPr>
        <p:grpSpPr>
          <a:xfrm>
            <a:off x="10565394" y="72395"/>
            <a:ext cx="1453034" cy="704850"/>
            <a:chOff x="10067453" y="63342"/>
            <a:chExt cx="1453034" cy="704850"/>
          </a:xfrm>
        </p:grpSpPr>
        <p:sp>
          <p:nvSpPr>
            <p:cNvPr id="54" name="矩形 53"/>
            <p:cNvSpPr/>
            <p:nvPr/>
          </p:nvSpPr>
          <p:spPr>
            <a:xfrm>
              <a:off x="10067453" y="63342"/>
              <a:ext cx="1453034" cy="704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lt"/>
              </a:endParaRPr>
            </a:p>
          </p:txBody>
        </p:sp>
        <p:pic>
          <p:nvPicPr>
            <p:cNvPr id="55" name="图片 5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7377" y="187665"/>
              <a:ext cx="456204" cy="456204"/>
            </a:xfrm>
            <a:prstGeom prst="rect">
              <a:avLst/>
            </a:prstGeom>
          </p:spPr>
        </p:pic>
        <p:pic>
          <p:nvPicPr>
            <p:cNvPr id="56" name="图片 5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7521" y="63342"/>
              <a:ext cx="742950" cy="704850"/>
            </a:xfrm>
            <a:prstGeom prst="rect">
              <a:avLst/>
            </a:prstGeom>
          </p:spPr>
        </p:pic>
      </p:grpSp>
      <p:sp>
        <p:nvSpPr>
          <p:cNvPr id="39" name="Rectangle 33">
            <a:extLst>
              <a:ext uri="{FF2B5EF4-FFF2-40B4-BE49-F238E27FC236}">
                <a16:creationId xmlns:a16="http://schemas.microsoft.com/office/drawing/2014/main" xmlns="" id="{5E94D539-D92D-4D74-90AA-DF9239A07DE4}"/>
              </a:ext>
            </a:extLst>
          </p:cNvPr>
          <p:cNvSpPr>
            <a:spLocks noChangeArrowheads="1"/>
          </p:cNvSpPr>
          <p:nvPr/>
        </p:nvSpPr>
        <p:spPr bwMode="auto">
          <a:xfrm>
            <a:off x="74429" y="859734"/>
            <a:ext cx="12062704" cy="5849410"/>
          </a:xfrm>
          <a:prstGeom prst="rect">
            <a:avLst/>
          </a:prstGeom>
          <a:noFill/>
          <a:ln w="19050" algn="ctr">
            <a:solidFill>
              <a:srgbClr val="0070C0"/>
            </a:solidFill>
            <a:prstDash val="sysDash"/>
            <a:miter lim="800000"/>
            <a:headEnd/>
            <a:tailEnd/>
          </a:ln>
          <a:extLst>
            <a:ext uri="{909E8E84-426E-40DD-AFC4-6F175D3DCCD1}">
              <a14:hiddenFill xmlns:a14="http://schemas.microsoft.com/office/drawing/2010/main">
                <a:solidFill>
                  <a:srgbClr val="FFFFFF"/>
                </a:solidFill>
              </a14:hiddenFill>
            </a:ext>
          </a:extLst>
        </p:spPr>
        <p:txBody>
          <a:bodyPr anchor="ctr">
            <a:noAutofit/>
          </a:bodyPr>
          <a:lstStyle>
            <a:lvl1pPr>
              <a:defRPr sz="1400">
                <a:solidFill>
                  <a:schemeClr val="tx1"/>
                </a:solidFill>
                <a:latin typeface="Arial" charset="0"/>
                <a:ea typeface="MS PGothic" pitchFamily="34" charset="-128"/>
              </a:defRPr>
            </a:lvl1pPr>
            <a:lvl2pPr marL="742950" indent="-285750">
              <a:defRPr sz="1400">
                <a:solidFill>
                  <a:schemeClr val="tx1"/>
                </a:solidFill>
                <a:latin typeface="Arial" charset="0"/>
                <a:ea typeface="MS PGothic" pitchFamily="34" charset="-128"/>
              </a:defRPr>
            </a:lvl2pPr>
            <a:lvl3pPr marL="1143000" indent="-228600">
              <a:defRPr sz="1400">
                <a:solidFill>
                  <a:schemeClr val="tx1"/>
                </a:solidFill>
                <a:latin typeface="Arial" charset="0"/>
                <a:ea typeface="MS PGothic" pitchFamily="34" charset="-128"/>
              </a:defRPr>
            </a:lvl3pPr>
            <a:lvl4pPr marL="1600200" indent="-228600">
              <a:defRPr sz="1400">
                <a:solidFill>
                  <a:schemeClr val="tx1"/>
                </a:solidFill>
                <a:latin typeface="Arial" charset="0"/>
                <a:ea typeface="MS PGothic" pitchFamily="34" charset="-128"/>
              </a:defRPr>
            </a:lvl4pPr>
            <a:lvl5pPr marL="2057400" indent="-228600">
              <a:defRPr sz="1400">
                <a:solidFill>
                  <a:schemeClr val="tx1"/>
                </a:solidFill>
                <a:latin typeface="Arial" charset="0"/>
                <a:ea typeface="MS PGothic" pitchFamily="34" charset="-128"/>
              </a:defRPr>
            </a:lvl5pPr>
            <a:lvl6pPr marL="2514600" indent="-228600" eaLnBrk="0" fontAlgn="base" hangingPunct="0">
              <a:spcBef>
                <a:spcPct val="0"/>
              </a:spcBef>
              <a:spcAft>
                <a:spcPct val="0"/>
              </a:spcAft>
              <a:defRPr sz="1400">
                <a:solidFill>
                  <a:schemeClr val="tx1"/>
                </a:solidFill>
                <a:latin typeface="Arial" charset="0"/>
                <a:ea typeface="MS PGothic" pitchFamily="34" charset="-128"/>
              </a:defRPr>
            </a:lvl6pPr>
            <a:lvl7pPr marL="2971800" indent="-228600" eaLnBrk="0" fontAlgn="base" hangingPunct="0">
              <a:spcBef>
                <a:spcPct val="0"/>
              </a:spcBef>
              <a:spcAft>
                <a:spcPct val="0"/>
              </a:spcAft>
              <a:defRPr sz="1400">
                <a:solidFill>
                  <a:schemeClr val="tx1"/>
                </a:solidFill>
                <a:latin typeface="Arial" charset="0"/>
                <a:ea typeface="MS PGothic" pitchFamily="34" charset="-128"/>
              </a:defRPr>
            </a:lvl7pPr>
            <a:lvl8pPr marL="3429000" indent="-228600" eaLnBrk="0" fontAlgn="base" hangingPunct="0">
              <a:spcBef>
                <a:spcPct val="0"/>
              </a:spcBef>
              <a:spcAft>
                <a:spcPct val="0"/>
              </a:spcAft>
              <a:defRPr sz="1400">
                <a:solidFill>
                  <a:schemeClr val="tx1"/>
                </a:solidFill>
                <a:latin typeface="Arial" charset="0"/>
                <a:ea typeface="MS PGothic" pitchFamily="34" charset="-128"/>
              </a:defRPr>
            </a:lvl8pPr>
            <a:lvl9pPr marL="3886200" indent="-228600" eaLnBrk="0" fontAlgn="base" hangingPunct="0">
              <a:spcBef>
                <a:spcPct val="0"/>
              </a:spcBef>
              <a:spcAft>
                <a:spcPct val="0"/>
              </a:spcAft>
              <a:defRPr sz="1400">
                <a:solidFill>
                  <a:schemeClr val="tx1"/>
                </a:solidFill>
                <a:latin typeface="Arial" charset="0"/>
                <a:ea typeface="MS PGothic" pitchFamily="34" charset="-128"/>
              </a:defRPr>
            </a:lvl9pPr>
          </a:lstStyle>
          <a:p>
            <a:pPr algn="ctr" defTabSz="514350">
              <a:defRPr/>
            </a:pPr>
            <a:endParaRPr lang="en-US" altLang="zh-CN" sz="1300" kern="0">
              <a:solidFill>
                <a:srgbClr val="FFFFFF"/>
              </a:solidFill>
              <a:latin typeface="+mj-lt"/>
              <a:ea typeface="+mj-ea"/>
            </a:endParaRPr>
          </a:p>
        </p:txBody>
      </p:sp>
      <p:grpSp>
        <p:nvGrpSpPr>
          <p:cNvPr id="29" name="组合 28">
            <a:extLst>
              <a:ext uri="{FF2B5EF4-FFF2-40B4-BE49-F238E27FC236}">
                <a16:creationId xmlns:a16="http://schemas.microsoft.com/office/drawing/2014/main" xmlns="" id="{96EEC963-3133-45E3-BD05-17C0416035A1}"/>
              </a:ext>
            </a:extLst>
          </p:cNvPr>
          <p:cNvGrpSpPr/>
          <p:nvPr/>
        </p:nvGrpSpPr>
        <p:grpSpPr>
          <a:xfrm>
            <a:off x="10565394" y="-58239"/>
            <a:ext cx="1453034" cy="704850"/>
            <a:chOff x="10067453" y="63342"/>
            <a:chExt cx="1453034" cy="704850"/>
          </a:xfrm>
        </p:grpSpPr>
        <p:sp>
          <p:nvSpPr>
            <p:cNvPr id="30" name="矩形 29">
              <a:extLst>
                <a:ext uri="{FF2B5EF4-FFF2-40B4-BE49-F238E27FC236}">
                  <a16:creationId xmlns:a16="http://schemas.microsoft.com/office/drawing/2014/main" xmlns="" id="{A0ED57D9-25F1-4A49-84C8-A10EDFD0AE4D}"/>
                </a:ext>
              </a:extLst>
            </p:cNvPr>
            <p:cNvSpPr/>
            <p:nvPr/>
          </p:nvSpPr>
          <p:spPr>
            <a:xfrm>
              <a:off x="10067453" y="63342"/>
              <a:ext cx="1453034" cy="704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lt"/>
              </a:endParaRPr>
            </a:p>
          </p:txBody>
        </p:sp>
        <p:pic>
          <p:nvPicPr>
            <p:cNvPr id="31" name="图片 30">
              <a:extLst>
                <a:ext uri="{FF2B5EF4-FFF2-40B4-BE49-F238E27FC236}">
                  <a16:creationId xmlns:a16="http://schemas.microsoft.com/office/drawing/2014/main" xmlns="" id="{FF8DD501-E1E2-426C-845A-C458744667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87377" y="187665"/>
              <a:ext cx="456204" cy="456204"/>
            </a:xfrm>
            <a:prstGeom prst="rect">
              <a:avLst/>
            </a:prstGeom>
          </p:spPr>
        </p:pic>
        <p:pic>
          <p:nvPicPr>
            <p:cNvPr id="32" name="图片 31">
              <a:extLst>
                <a:ext uri="{FF2B5EF4-FFF2-40B4-BE49-F238E27FC236}">
                  <a16:creationId xmlns:a16="http://schemas.microsoft.com/office/drawing/2014/main" xmlns="" id="{9B154FB6-1643-41C7-9BBC-E1993C4D08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7521" y="63342"/>
              <a:ext cx="742950" cy="704850"/>
            </a:xfrm>
            <a:prstGeom prst="rect">
              <a:avLst/>
            </a:prstGeom>
          </p:spPr>
        </p:pic>
      </p:grpSp>
      <p:sp>
        <p:nvSpPr>
          <p:cNvPr id="92" name="标题 1"/>
          <p:cNvSpPr>
            <a:spLocks noGrp="1"/>
          </p:cNvSpPr>
          <p:nvPr>
            <p:ph type="title"/>
          </p:nvPr>
        </p:nvSpPr>
        <p:spPr>
          <a:xfrm>
            <a:off x="444828" y="-270767"/>
            <a:ext cx="10850563" cy="652921"/>
          </a:xfrm>
        </p:spPr>
        <p:txBody>
          <a:bodyPr>
            <a:normAutofit/>
          </a:bodyPr>
          <a:lstStyle/>
          <a:p>
            <a:r>
              <a:rPr lang="zh-CN" altLang="en-US" sz="1600" smtClean="0"/>
              <a:t>项目规划</a:t>
            </a:r>
            <a:r>
              <a:rPr lang="en-US" altLang="zh-CN" sz="1600" smtClean="0"/>
              <a:t> Project Schedule</a:t>
            </a:r>
            <a:endParaRPr lang="zh-CN" altLang="en-US" sz="1600" dirty="0"/>
          </a:p>
        </p:txBody>
      </p:sp>
      <p:sp>
        <p:nvSpPr>
          <p:cNvPr id="48" name="Freeform 155">
            <a:extLst>
              <a:ext uri="{FF2B5EF4-FFF2-40B4-BE49-F238E27FC236}">
                <a16:creationId xmlns:a16="http://schemas.microsoft.com/office/drawing/2014/main" xmlns="" id="{AF47B5F7-DF1D-48FF-8AB1-8B3F55719149}"/>
              </a:ext>
            </a:extLst>
          </p:cNvPr>
          <p:cNvSpPr/>
          <p:nvPr/>
        </p:nvSpPr>
        <p:spPr>
          <a:xfrm>
            <a:off x="6659527" y="35289"/>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00B050"/>
          </a:solidFill>
          <a:ln w="9525">
            <a:noFill/>
            <a:miter lim="800000"/>
            <a:headEnd/>
            <a:tailEnd/>
          </a:ln>
          <a:effectLst/>
        </p:spPr>
        <p:txBody>
          <a:bodyPr lIns="0" tIns="0" rIns="0" bIns="0" anchor="ctr">
            <a:noAutofit/>
          </a:bodyPr>
          <a:lstStyle/>
          <a:p>
            <a:pPr algn="ctr" defTabSz="503635">
              <a:buClr>
                <a:srgbClr val="000000"/>
              </a:buClr>
            </a:pPr>
            <a:r>
              <a:rPr lang="en-US" altLang="zh-CN" sz="1300" dirty="0" smtClean="0">
                <a:latin typeface="+mj-lt"/>
                <a:ea typeface="+mj-ea"/>
                <a:cs typeface="Microsoft YaHei" charset="-122"/>
              </a:rPr>
              <a:t>Close</a:t>
            </a:r>
          </a:p>
          <a:p>
            <a:pPr algn="ctr" defTabSz="503635">
              <a:buClr>
                <a:srgbClr val="000000"/>
              </a:buClr>
            </a:pPr>
            <a:r>
              <a:rPr lang="zh-CN" altLang="en-US" sz="1300" dirty="0">
                <a:latin typeface="+mj-lt"/>
                <a:ea typeface="+mj-ea"/>
                <a:cs typeface="Microsoft YaHei" charset="-122"/>
              </a:rPr>
              <a:t>完成</a:t>
            </a:r>
            <a:endParaRPr lang="en-US" altLang="zh-CN" sz="1300" dirty="0">
              <a:latin typeface="+mj-lt"/>
              <a:ea typeface="+mj-ea"/>
              <a:cs typeface="Microsoft YaHei" charset="-122"/>
            </a:endParaRPr>
          </a:p>
        </p:txBody>
      </p:sp>
      <p:sp>
        <p:nvSpPr>
          <p:cNvPr id="51" name="Freeform 155">
            <a:extLst>
              <a:ext uri="{FF2B5EF4-FFF2-40B4-BE49-F238E27FC236}">
                <a16:creationId xmlns:a16="http://schemas.microsoft.com/office/drawing/2014/main" xmlns="" id="{AF47B5F7-DF1D-48FF-8AB1-8B3F55719149}"/>
              </a:ext>
            </a:extLst>
          </p:cNvPr>
          <p:cNvSpPr/>
          <p:nvPr/>
        </p:nvSpPr>
        <p:spPr>
          <a:xfrm>
            <a:off x="7722777" y="57755"/>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FF0000"/>
          </a:solidFill>
          <a:ln w="9525">
            <a:noFill/>
            <a:miter lim="800000"/>
            <a:headEnd/>
            <a:tailEnd/>
          </a:ln>
          <a:effectLst/>
        </p:spPr>
        <p:txBody>
          <a:bodyPr lIns="0" tIns="0" rIns="0" bIns="0" anchor="ctr">
            <a:noAutofit/>
          </a:bodyPr>
          <a:lstStyle/>
          <a:p>
            <a:pPr algn="ctr" defTabSz="503635">
              <a:buClr>
                <a:srgbClr val="000000"/>
              </a:buClr>
            </a:pPr>
            <a:r>
              <a:rPr lang="en-US" altLang="zh-CN" sz="1300" dirty="0" smtClean="0">
                <a:latin typeface="+mj-lt"/>
                <a:ea typeface="+mj-ea"/>
                <a:cs typeface="Microsoft YaHei" charset="-122"/>
              </a:rPr>
              <a:t>Delay</a:t>
            </a:r>
          </a:p>
          <a:p>
            <a:pPr algn="ctr" defTabSz="503635">
              <a:buClr>
                <a:srgbClr val="000000"/>
              </a:buClr>
            </a:pPr>
            <a:r>
              <a:rPr lang="zh-CN" altLang="en-US" sz="1300" dirty="0">
                <a:latin typeface="+mj-lt"/>
                <a:ea typeface="+mj-ea"/>
                <a:cs typeface="Microsoft YaHei" charset="-122"/>
              </a:rPr>
              <a:t>延迟</a:t>
            </a:r>
            <a:endParaRPr lang="en-US" altLang="zh-CN" sz="1300" dirty="0">
              <a:latin typeface="+mj-lt"/>
              <a:ea typeface="+mj-ea"/>
              <a:cs typeface="Microsoft YaHei" charset="-122"/>
            </a:endParaRPr>
          </a:p>
        </p:txBody>
      </p:sp>
      <p:sp>
        <p:nvSpPr>
          <p:cNvPr id="52" name="Freeform 155">
            <a:extLst>
              <a:ext uri="{FF2B5EF4-FFF2-40B4-BE49-F238E27FC236}">
                <a16:creationId xmlns:a16="http://schemas.microsoft.com/office/drawing/2014/main" xmlns="" id="{AF47B5F7-DF1D-48FF-8AB1-8B3F55719149}"/>
              </a:ext>
            </a:extLst>
          </p:cNvPr>
          <p:cNvSpPr/>
          <p:nvPr/>
        </p:nvSpPr>
        <p:spPr>
          <a:xfrm>
            <a:off x="8824660" y="45921"/>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E3F3D1"/>
          </a:solidFill>
          <a:ln w="9525">
            <a:noFill/>
            <a:miter lim="800000"/>
            <a:headEnd/>
            <a:tailEnd/>
          </a:ln>
          <a:effectLst/>
        </p:spPr>
        <p:txBody>
          <a:bodyPr lIns="0" tIns="0" rIns="0" bIns="0" anchor="ctr">
            <a:noAutofit/>
          </a:bodyPr>
          <a:lstStyle/>
          <a:p>
            <a:pPr algn="ctr" defTabSz="503635">
              <a:buClr>
                <a:srgbClr val="000000"/>
              </a:buClr>
            </a:pPr>
            <a:r>
              <a:rPr lang="en-US" altLang="zh-CN" sz="1300" dirty="0" smtClean="0">
                <a:latin typeface="+mj-lt"/>
                <a:ea typeface="+mj-ea"/>
                <a:cs typeface="Microsoft YaHei" charset="-122"/>
              </a:rPr>
              <a:t>On-going</a:t>
            </a:r>
          </a:p>
          <a:p>
            <a:pPr algn="ctr" defTabSz="503635">
              <a:buClr>
                <a:srgbClr val="000000"/>
              </a:buClr>
            </a:pPr>
            <a:r>
              <a:rPr lang="zh-CN" altLang="en-US" sz="1300" dirty="0">
                <a:latin typeface="+mj-lt"/>
                <a:ea typeface="+mj-ea"/>
                <a:cs typeface="Microsoft YaHei" charset="-122"/>
              </a:rPr>
              <a:t>进行中</a:t>
            </a:r>
            <a:endParaRPr lang="en-US" altLang="zh-CN" sz="1300" dirty="0">
              <a:latin typeface="+mj-lt"/>
              <a:ea typeface="+mj-ea"/>
              <a:cs typeface="Microsoft YaHei" charset="-122"/>
            </a:endParaRPr>
          </a:p>
        </p:txBody>
      </p:sp>
      <p:sp>
        <p:nvSpPr>
          <p:cNvPr id="58" name="Freeform 155">
            <a:extLst>
              <a:ext uri="{FF2B5EF4-FFF2-40B4-BE49-F238E27FC236}">
                <a16:creationId xmlns:a16="http://schemas.microsoft.com/office/drawing/2014/main" xmlns="" id="{AF47B5F7-DF1D-48FF-8AB1-8B3F55719149}"/>
              </a:ext>
            </a:extLst>
          </p:cNvPr>
          <p:cNvSpPr/>
          <p:nvPr/>
        </p:nvSpPr>
        <p:spPr>
          <a:xfrm>
            <a:off x="9926899" y="35288"/>
            <a:ext cx="886414" cy="43065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1">
              <a:lumMod val="95000"/>
            </a:schemeClr>
          </a:solidFill>
          <a:ln w="9525">
            <a:noFill/>
            <a:miter lim="800000"/>
            <a:headEnd/>
            <a:tailEnd/>
          </a:ln>
          <a:effectLst/>
        </p:spPr>
        <p:txBody>
          <a:bodyPr lIns="0" tIns="0" rIns="0" bIns="0" anchor="ctr">
            <a:noAutofit/>
          </a:bodyPr>
          <a:lstStyle/>
          <a:p>
            <a:pPr algn="ctr" defTabSz="503635">
              <a:buClr>
                <a:srgbClr val="000000"/>
              </a:buClr>
            </a:pPr>
            <a:r>
              <a:rPr lang="en-US" altLang="zh-CN" sz="1300" dirty="0">
                <a:latin typeface="+mj-lt"/>
                <a:ea typeface="+mj-ea"/>
                <a:cs typeface="Microsoft YaHei" charset="-122"/>
              </a:rPr>
              <a:t>Not </a:t>
            </a:r>
            <a:r>
              <a:rPr lang="en-US" altLang="zh-CN" sz="1300" dirty="0" smtClean="0">
                <a:latin typeface="+mj-lt"/>
                <a:ea typeface="+mj-ea"/>
                <a:cs typeface="Microsoft YaHei" charset="-122"/>
              </a:rPr>
              <a:t>start</a:t>
            </a:r>
          </a:p>
          <a:p>
            <a:pPr algn="ctr" defTabSz="503635">
              <a:buClr>
                <a:srgbClr val="000000"/>
              </a:buClr>
            </a:pPr>
            <a:r>
              <a:rPr lang="zh-CN" altLang="en-US" sz="1300" dirty="0">
                <a:latin typeface="+mj-lt"/>
                <a:ea typeface="+mj-ea"/>
                <a:cs typeface="Microsoft YaHei" charset="-122"/>
              </a:rPr>
              <a:t>未开始</a:t>
            </a:r>
            <a:endParaRPr lang="en-US" altLang="zh-CN" sz="1300" dirty="0">
              <a:latin typeface="+mj-lt"/>
              <a:ea typeface="+mj-ea"/>
              <a:cs typeface="Microsoft YaHei" charset="-122"/>
            </a:endParaRPr>
          </a:p>
        </p:txBody>
      </p:sp>
      <p:sp>
        <p:nvSpPr>
          <p:cNvPr id="91" name="TextBox 90"/>
          <p:cNvSpPr txBox="1"/>
          <p:nvPr/>
        </p:nvSpPr>
        <p:spPr>
          <a:xfrm>
            <a:off x="2443543" y="6339812"/>
            <a:ext cx="1602910" cy="369332"/>
          </a:xfrm>
          <a:prstGeom prst="rect">
            <a:avLst/>
          </a:prstGeom>
          <a:noFill/>
        </p:spPr>
        <p:txBody>
          <a:bodyPr wrap="square" rtlCol="0">
            <a:spAutoFit/>
          </a:bodyPr>
          <a:lstStyle/>
          <a:p>
            <a:r>
              <a:rPr lang="en-US" altLang="zh-CN" b="1" dirty="0">
                <a:solidFill>
                  <a:srgbClr val="FF0000"/>
                </a:solidFill>
                <a:latin typeface="+mj-lt"/>
              </a:rPr>
              <a:t>We are here</a:t>
            </a:r>
            <a:endParaRPr lang="zh-CN" altLang="en-US" b="1" dirty="0">
              <a:solidFill>
                <a:srgbClr val="FF0000"/>
              </a:solidFill>
              <a:latin typeface="+mj-lt"/>
            </a:endParaRPr>
          </a:p>
        </p:txBody>
      </p:sp>
      <p:sp>
        <p:nvSpPr>
          <p:cNvPr id="83" name="Freeform 155">
            <a:extLst>
              <a:ext uri="{FF2B5EF4-FFF2-40B4-BE49-F238E27FC236}">
                <a16:creationId xmlns:a16="http://schemas.microsoft.com/office/drawing/2014/main" xmlns="" id="{1163ECA5-2E92-0E4A-D285-64F90E941E22}"/>
              </a:ext>
            </a:extLst>
          </p:cNvPr>
          <p:cNvSpPr/>
          <p:nvPr/>
        </p:nvSpPr>
        <p:spPr>
          <a:xfrm>
            <a:off x="8979902" y="5259799"/>
            <a:ext cx="1327074" cy="73444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1">
              <a:lumMod val="95000"/>
            </a:schemeClr>
          </a:solidFill>
          <a:ln w="9525">
            <a:noFill/>
            <a:miter lim="800000"/>
            <a:headEnd/>
            <a:tailEnd/>
          </a:ln>
          <a:effectLst/>
        </p:spPr>
        <p:txBody>
          <a:bodyPr lIns="0" tIns="0" rIns="0" bIns="0" anchor="ctr">
            <a:noAutofit/>
          </a:bodyPr>
          <a:lstStyle/>
          <a:p>
            <a:r>
              <a:rPr lang="en-US" altLang="zh-CN" sz="1100" b="1" dirty="0" smtClean="0">
                <a:latin typeface="+mj-lt"/>
              </a:rPr>
              <a:t>    07/11 </a:t>
            </a:r>
            <a:r>
              <a:rPr lang="en-US" altLang="zh-CN" sz="1100" b="1" dirty="0">
                <a:latin typeface="+mj-lt"/>
              </a:rPr>
              <a:t>Go-live</a:t>
            </a:r>
            <a:endParaRPr lang="zh-CN" altLang="en-US" sz="1100" b="1" dirty="0">
              <a:latin typeface="+mj-lt"/>
            </a:endParaRPr>
          </a:p>
        </p:txBody>
      </p:sp>
      <p:sp>
        <p:nvSpPr>
          <p:cNvPr id="85" name="文本框 107">
            <a:extLst>
              <a:ext uri="{FF2B5EF4-FFF2-40B4-BE49-F238E27FC236}">
                <a16:creationId xmlns:a16="http://schemas.microsoft.com/office/drawing/2014/main" xmlns="" id="{28A6CBCD-8730-4627-A4D0-4FCA6107A8D2}"/>
              </a:ext>
            </a:extLst>
          </p:cNvPr>
          <p:cNvSpPr txBox="1"/>
          <p:nvPr/>
        </p:nvSpPr>
        <p:spPr>
          <a:xfrm>
            <a:off x="1174114" y="567552"/>
            <a:ext cx="756938" cy="276999"/>
          </a:xfrm>
          <a:prstGeom prst="rect">
            <a:avLst/>
          </a:prstGeom>
          <a:noFill/>
        </p:spPr>
        <p:txBody>
          <a:bodyPr wrap="none" rtlCol="0">
            <a:spAutoFit/>
          </a:bodyPr>
          <a:lstStyle/>
          <a:p>
            <a:r>
              <a:rPr lang="en-US" altLang="zh-CN" sz="1200" b="1" dirty="0" smtClean="0">
                <a:solidFill>
                  <a:schemeClr val="accent1">
                    <a:lumMod val="75000"/>
                  </a:schemeClr>
                </a:solidFill>
                <a:latin typeface="+mj-lt"/>
                <a:ea typeface="+mj-ea"/>
              </a:rPr>
              <a:t>01/21 PI</a:t>
            </a:r>
            <a:endParaRPr lang="zh-CN" altLang="en-US" sz="1200" b="1" dirty="0">
              <a:solidFill>
                <a:schemeClr val="accent1">
                  <a:lumMod val="75000"/>
                </a:schemeClr>
              </a:solidFill>
              <a:latin typeface="+mj-lt"/>
              <a:ea typeface="+mj-ea"/>
            </a:endParaRPr>
          </a:p>
        </p:txBody>
      </p:sp>
      <p:pic>
        <p:nvPicPr>
          <p:cNvPr id="88" name="Picture 83">
            <a:extLst>
              <a:ext uri="{FF2B5EF4-FFF2-40B4-BE49-F238E27FC236}">
                <a16:creationId xmlns:a16="http://schemas.microsoft.com/office/drawing/2014/main" xmlns=""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55" y="614885"/>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文本框 107">
            <a:extLst>
              <a:ext uri="{FF2B5EF4-FFF2-40B4-BE49-F238E27FC236}">
                <a16:creationId xmlns:a16="http://schemas.microsoft.com/office/drawing/2014/main" xmlns="" id="{28A6CBCD-8730-4627-A4D0-4FCA6107A8D2}"/>
              </a:ext>
            </a:extLst>
          </p:cNvPr>
          <p:cNvSpPr txBox="1"/>
          <p:nvPr/>
        </p:nvSpPr>
        <p:spPr>
          <a:xfrm>
            <a:off x="10993245" y="551474"/>
            <a:ext cx="1125180" cy="276999"/>
          </a:xfrm>
          <a:prstGeom prst="rect">
            <a:avLst/>
          </a:prstGeom>
          <a:noFill/>
        </p:spPr>
        <p:txBody>
          <a:bodyPr wrap="none" rtlCol="0">
            <a:spAutoFit/>
          </a:bodyPr>
          <a:lstStyle/>
          <a:p>
            <a:r>
              <a:rPr lang="en-US" altLang="zh-CN" sz="1200" b="1" dirty="0" smtClean="0">
                <a:solidFill>
                  <a:schemeClr val="accent1">
                    <a:lumMod val="75000"/>
                  </a:schemeClr>
                </a:solidFill>
                <a:latin typeface="+mj-lt"/>
                <a:ea typeface="+mj-ea"/>
              </a:rPr>
              <a:t>07/11 Go-live</a:t>
            </a:r>
            <a:endParaRPr lang="zh-CN" altLang="en-US" sz="1200" b="1" dirty="0">
              <a:solidFill>
                <a:schemeClr val="accent1">
                  <a:lumMod val="75000"/>
                </a:schemeClr>
              </a:solidFill>
              <a:latin typeface="+mj-lt"/>
              <a:ea typeface="+mj-ea"/>
            </a:endParaRPr>
          </a:p>
        </p:txBody>
      </p:sp>
      <p:pic>
        <p:nvPicPr>
          <p:cNvPr id="93" name="Picture 83">
            <a:extLst>
              <a:ext uri="{FF2B5EF4-FFF2-40B4-BE49-F238E27FC236}">
                <a16:creationId xmlns:a16="http://schemas.microsoft.com/office/drawing/2014/main" xmlns=""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65239" y="571780"/>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Freeform 155">
            <a:extLst>
              <a:ext uri="{FF2B5EF4-FFF2-40B4-BE49-F238E27FC236}">
                <a16:creationId xmlns:a16="http://schemas.microsoft.com/office/drawing/2014/main" xmlns="" id="{1163ECA5-2E92-0E4A-D285-64F90E941E22}"/>
              </a:ext>
            </a:extLst>
          </p:cNvPr>
          <p:cNvSpPr/>
          <p:nvPr/>
        </p:nvSpPr>
        <p:spPr>
          <a:xfrm>
            <a:off x="98493" y="1189046"/>
            <a:ext cx="2467154" cy="454624"/>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00B050"/>
          </a:solidFill>
          <a:ln w="9525">
            <a:noFill/>
            <a:miter lim="800000"/>
            <a:headEnd/>
            <a:tailEnd/>
          </a:ln>
          <a:effectLst/>
        </p:spPr>
        <p:txBody>
          <a:bodyPr lIns="0" tIns="0" rIns="0" bIns="0" anchor="ctr">
            <a:noAutofit/>
          </a:bodyPr>
          <a:lstStyle/>
          <a:p>
            <a:pPr algn="ctr" defTabSz="503635">
              <a:buClr>
                <a:srgbClr val="000000"/>
              </a:buClr>
            </a:pPr>
            <a:r>
              <a:rPr lang="en-US" altLang="zh-CN" sz="1100" b="1" dirty="0" smtClean="0">
                <a:latin typeface="+mj-lt"/>
                <a:ea typeface="+mj-ea"/>
              </a:rPr>
              <a:t>PI</a:t>
            </a:r>
          </a:p>
          <a:p>
            <a:pPr algn="ctr" defTabSz="503635">
              <a:buClr>
                <a:srgbClr val="000000"/>
              </a:buClr>
            </a:pPr>
            <a:r>
              <a:rPr lang="en-US" altLang="zh-CN" sz="1100" b="1" dirty="0" smtClean="0">
                <a:latin typeface="+mj-lt"/>
                <a:ea typeface="+mj-ea"/>
              </a:rPr>
              <a:t>01/21 Completed</a:t>
            </a:r>
            <a:endParaRPr lang="en-US" altLang="zh-CN" sz="1100" b="1" dirty="0">
              <a:latin typeface="+mj-lt"/>
              <a:cs typeface="Microsoft YaHei" charset="-122"/>
            </a:endParaRPr>
          </a:p>
        </p:txBody>
      </p:sp>
      <p:sp>
        <p:nvSpPr>
          <p:cNvPr id="64" name="Freeform 155">
            <a:extLst>
              <a:ext uri="{FF2B5EF4-FFF2-40B4-BE49-F238E27FC236}">
                <a16:creationId xmlns:a16="http://schemas.microsoft.com/office/drawing/2014/main" xmlns="" id="{1163ECA5-2E92-0E4A-D285-64F90E941E22}"/>
              </a:ext>
            </a:extLst>
          </p:cNvPr>
          <p:cNvSpPr/>
          <p:nvPr/>
        </p:nvSpPr>
        <p:spPr>
          <a:xfrm>
            <a:off x="7102736" y="4593372"/>
            <a:ext cx="1144620" cy="648956"/>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1">
              <a:lumMod val="95000"/>
            </a:schemeClr>
          </a:solidFill>
          <a:ln w="9525">
            <a:noFill/>
            <a:miter lim="800000"/>
            <a:headEnd/>
            <a:tailEnd/>
          </a:ln>
          <a:effectLst/>
        </p:spPr>
        <p:txBody>
          <a:bodyPr lIns="0" tIns="0" rIns="0" bIns="0" anchor="ctr">
            <a:noAutofit/>
          </a:bodyPr>
          <a:lstStyle/>
          <a:p>
            <a:r>
              <a:rPr lang="en-US" altLang="zh-CN" sz="1100" b="1" dirty="0" smtClean="0">
                <a:latin typeface="+mj-lt"/>
              </a:rPr>
              <a:t>   07/09 User training</a:t>
            </a:r>
            <a:endParaRPr lang="zh-CN" altLang="en-US" sz="1100" b="1" dirty="0">
              <a:latin typeface="+mj-lt"/>
            </a:endParaRPr>
          </a:p>
        </p:txBody>
      </p:sp>
      <p:sp>
        <p:nvSpPr>
          <p:cNvPr id="37" name="Freeform 155">
            <a:extLst>
              <a:ext uri="{FF2B5EF4-FFF2-40B4-BE49-F238E27FC236}">
                <a16:creationId xmlns:a16="http://schemas.microsoft.com/office/drawing/2014/main" xmlns="" id="{1163ECA5-2E92-0E4A-D285-64F90E941E22}"/>
              </a:ext>
            </a:extLst>
          </p:cNvPr>
          <p:cNvSpPr/>
          <p:nvPr/>
        </p:nvSpPr>
        <p:spPr>
          <a:xfrm>
            <a:off x="2405849" y="2358864"/>
            <a:ext cx="2024108" cy="622050"/>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accent6">
              <a:lumMod val="40000"/>
              <a:lumOff val="60000"/>
            </a:schemeClr>
          </a:solidFill>
          <a:ln w="9525">
            <a:noFill/>
            <a:miter lim="800000"/>
            <a:headEnd/>
            <a:tailEnd/>
          </a:ln>
          <a:effectLst/>
        </p:spPr>
        <p:txBody>
          <a:bodyPr lIns="0" tIns="0" rIns="0" bIns="0" anchor="ctr">
            <a:noAutofit/>
          </a:bodyPr>
          <a:lstStyle/>
          <a:p>
            <a:pPr algn="ctr" defTabSz="503635">
              <a:buClr>
                <a:srgbClr val="000000"/>
              </a:buClr>
            </a:pPr>
            <a:r>
              <a:rPr lang="zh-CN" altLang="en-US" sz="1100" b="1" dirty="0" smtClean="0">
                <a:latin typeface="+mj-lt"/>
                <a:ea typeface="+mj-ea"/>
              </a:rPr>
              <a:t>蓝图</a:t>
            </a:r>
            <a:r>
              <a:rPr lang="en-US" altLang="zh-CN" sz="1100" b="1" dirty="0" smtClean="0">
                <a:latin typeface="+mj-lt"/>
                <a:ea typeface="+mj-ea"/>
              </a:rPr>
              <a:t>Blueprint </a:t>
            </a:r>
          </a:p>
          <a:p>
            <a:pPr algn="ctr" defTabSz="503635">
              <a:buClr>
                <a:srgbClr val="000000"/>
              </a:buClr>
            </a:pPr>
            <a:r>
              <a:rPr lang="en-US" altLang="zh-CN" sz="1100" b="1" dirty="0" smtClean="0">
                <a:latin typeface="+mj-lt"/>
              </a:rPr>
              <a:t>02/05 Not Start</a:t>
            </a:r>
            <a:endParaRPr lang="en-US" altLang="zh-CN" sz="1100" b="1" dirty="0">
              <a:latin typeface="+mj-lt"/>
              <a:cs typeface="Microsoft YaHei" charset="-122"/>
            </a:endParaRPr>
          </a:p>
        </p:txBody>
      </p:sp>
      <p:sp>
        <p:nvSpPr>
          <p:cNvPr id="42" name="文本框 107">
            <a:extLst>
              <a:ext uri="{FF2B5EF4-FFF2-40B4-BE49-F238E27FC236}">
                <a16:creationId xmlns:a16="http://schemas.microsoft.com/office/drawing/2014/main" xmlns="" id="{28A6CBCD-8730-4627-A4D0-4FCA6107A8D2}"/>
              </a:ext>
            </a:extLst>
          </p:cNvPr>
          <p:cNvSpPr txBox="1"/>
          <p:nvPr/>
        </p:nvSpPr>
        <p:spPr>
          <a:xfrm>
            <a:off x="4228658" y="1307026"/>
            <a:ext cx="1292063" cy="646331"/>
          </a:xfrm>
          <a:prstGeom prst="rect">
            <a:avLst/>
          </a:prstGeom>
          <a:noFill/>
        </p:spPr>
        <p:txBody>
          <a:bodyPr wrap="square" rtlCol="0">
            <a:spAutoFit/>
          </a:bodyPr>
          <a:lstStyle/>
          <a:p>
            <a:r>
              <a:rPr lang="en-US" altLang="zh-CN" sz="1200" b="1" dirty="0" smtClean="0">
                <a:solidFill>
                  <a:schemeClr val="accent1">
                    <a:lumMod val="75000"/>
                  </a:schemeClr>
                </a:solidFill>
                <a:latin typeface="+mj-lt"/>
                <a:ea typeface="+mj-ea"/>
              </a:rPr>
              <a:t>02/05 KO &amp;</a:t>
            </a:r>
            <a:r>
              <a:rPr lang="en-US" altLang="zh-CN" sz="1200" b="1" dirty="0">
                <a:solidFill>
                  <a:schemeClr val="accent1">
                    <a:lumMod val="75000"/>
                  </a:schemeClr>
                </a:solidFill>
                <a:latin typeface="+mj-lt"/>
                <a:ea typeface="+mj-ea"/>
              </a:rPr>
              <a:t> </a:t>
            </a:r>
            <a:r>
              <a:rPr lang="en-US" altLang="zh-CN" sz="1200" b="1" dirty="0" smtClean="0">
                <a:solidFill>
                  <a:schemeClr val="accent1">
                    <a:lumMod val="75000"/>
                  </a:schemeClr>
                </a:solidFill>
                <a:latin typeface="+mj-lt"/>
                <a:ea typeface="+mj-ea"/>
              </a:rPr>
              <a:t>Blueprint Review</a:t>
            </a:r>
            <a:endParaRPr lang="zh-CN" altLang="en-US" sz="1200" b="1" dirty="0">
              <a:solidFill>
                <a:schemeClr val="accent1">
                  <a:lumMod val="75000"/>
                </a:schemeClr>
              </a:solidFill>
              <a:latin typeface="+mj-lt"/>
              <a:ea typeface="+mj-ea"/>
            </a:endParaRPr>
          </a:p>
        </p:txBody>
      </p:sp>
      <p:pic>
        <p:nvPicPr>
          <p:cNvPr id="44" name="Picture 83">
            <a:extLst>
              <a:ext uri="{FF2B5EF4-FFF2-40B4-BE49-F238E27FC236}">
                <a16:creationId xmlns:a16="http://schemas.microsoft.com/office/drawing/2014/main" xmlns=""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6453" y="1529183"/>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Freeform 155">
            <a:extLst>
              <a:ext uri="{FF2B5EF4-FFF2-40B4-BE49-F238E27FC236}">
                <a16:creationId xmlns:a16="http://schemas.microsoft.com/office/drawing/2014/main" xmlns="" id="{1163ECA5-2E92-0E4A-D285-64F90E941E22}"/>
              </a:ext>
            </a:extLst>
          </p:cNvPr>
          <p:cNvSpPr/>
          <p:nvPr/>
        </p:nvSpPr>
        <p:spPr>
          <a:xfrm>
            <a:off x="7898473" y="5295481"/>
            <a:ext cx="1067974" cy="734445"/>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1">
              <a:lumMod val="95000"/>
            </a:schemeClr>
          </a:solidFill>
          <a:ln w="9525">
            <a:noFill/>
            <a:miter lim="800000"/>
            <a:headEnd/>
            <a:tailEnd/>
          </a:ln>
          <a:effectLst/>
        </p:spPr>
        <p:txBody>
          <a:bodyPr lIns="0" tIns="0" rIns="0" bIns="0" anchor="ctr">
            <a:noAutofit/>
          </a:bodyPr>
          <a:lstStyle/>
          <a:p>
            <a:r>
              <a:rPr lang="en-US" altLang="zh-CN" sz="1100" b="1" dirty="0" smtClean="0">
                <a:latin typeface="+mj-lt"/>
              </a:rPr>
              <a:t>  07/10 </a:t>
            </a:r>
            <a:r>
              <a:rPr lang="en-US" altLang="zh-CN" sz="1100" b="1" dirty="0">
                <a:latin typeface="+mj-lt"/>
              </a:rPr>
              <a:t>Project sign-off</a:t>
            </a:r>
            <a:endParaRPr lang="zh-CN" altLang="en-US" sz="1100" b="1" dirty="0">
              <a:latin typeface="+mj-lt"/>
            </a:endParaRPr>
          </a:p>
        </p:txBody>
      </p:sp>
      <p:sp>
        <p:nvSpPr>
          <p:cNvPr id="69" name="文本框 107">
            <a:extLst>
              <a:ext uri="{FF2B5EF4-FFF2-40B4-BE49-F238E27FC236}">
                <a16:creationId xmlns:a16="http://schemas.microsoft.com/office/drawing/2014/main" xmlns="" id="{28A6CBCD-8730-4627-A4D0-4FCA6107A8D2}"/>
              </a:ext>
            </a:extLst>
          </p:cNvPr>
          <p:cNvSpPr txBox="1"/>
          <p:nvPr/>
        </p:nvSpPr>
        <p:spPr>
          <a:xfrm>
            <a:off x="8824661" y="529582"/>
            <a:ext cx="1917986" cy="276999"/>
          </a:xfrm>
          <a:prstGeom prst="rect">
            <a:avLst/>
          </a:prstGeom>
          <a:noFill/>
        </p:spPr>
        <p:txBody>
          <a:bodyPr wrap="square" rtlCol="0">
            <a:spAutoFit/>
          </a:bodyPr>
          <a:lstStyle/>
          <a:p>
            <a:r>
              <a:rPr lang="en-US" altLang="zh-CN" sz="1200" b="1" dirty="0" smtClean="0">
                <a:solidFill>
                  <a:schemeClr val="accent1">
                    <a:lumMod val="75000"/>
                  </a:schemeClr>
                </a:solidFill>
                <a:latin typeface="+mj-lt"/>
                <a:ea typeface="+mj-ea"/>
              </a:rPr>
              <a:t>06/25 Project sign-off</a:t>
            </a:r>
            <a:endParaRPr lang="zh-CN" altLang="en-US" sz="1200" b="1" dirty="0">
              <a:solidFill>
                <a:schemeClr val="accent1">
                  <a:lumMod val="75000"/>
                </a:schemeClr>
              </a:solidFill>
              <a:latin typeface="+mj-lt"/>
              <a:ea typeface="+mj-ea"/>
            </a:endParaRPr>
          </a:p>
        </p:txBody>
      </p:sp>
      <p:pic>
        <p:nvPicPr>
          <p:cNvPr id="70" name="Picture 83">
            <a:extLst>
              <a:ext uri="{FF2B5EF4-FFF2-40B4-BE49-F238E27FC236}">
                <a16:creationId xmlns:a16="http://schemas.microsoft.com/office/drawing/2014/main" xmlns=""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8958" y="559065"/>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Freeform 155">
            <a:extLst>
              <a:ext uri="{FF2B5EF4-FFF2-40B4-BE49-F238E27FC236}">
                <a16:creationId xmlns:a16="http://schemas.microsoft.com/office/drawing/2014/main" xmlns="" id="{1163ECA5-2E92-0E4A-D285-64F90E941E22}"/>
              </a:ext>
            </a:extLst>
          </p:cNvPr>
          <p:cNvSpPr/>
          <p:nvPr/>
        </p:nvSpPr>
        <p:spPr>
          <a:xfrm>
            <a:off x="1610907" y="1772059"/>
            <a:ext cx="1833629" cy="489201"/>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rgbClr val="00B050"/>
          </a:solidFill>
          <a:ln w="9525">
            <a:noFill/>
            <a:miter lim="800000"/>
            <a:headEnd/>
            <a:tailEnd/>
          </a:ln>
          <a:effectLst/>
        </p:spPr>
        <p:txBody>
          <a:bodyPr lIns="0" tIns="0" rIns="0" bIns="0" anchor="ctr">
            <a:noAutofit/>
          </a:bodyPr>
          <a:lstStyle/>
          <a:p>
            <a:pPr algn="ctr" defTabSz="503635">
              <a:buClr>
                <a:srgbClr val="000000"/>
              </a:buClr>
            </a:pPr>
            <a:r>
              <a:rPr lang="en-US" altLang="zh-CN" sz="1100" b="1" dirty="0" smtClean="0">
                <a:latin typeface="+mj-lt"/>
                <a:ea typeface="+mj-ea"/>
              </a:rPr>
              <a:t>KO Prep</a:t>
            </a:r>
          </a:p>
          <a:p>
            <a:pPr algn="ctr" defTabSz="503635">
              <a:buClr>
                <a:srgbClr val="000000"/>
              </a:buClr>
            </a:pPr>
            <a:r>
              <a:rPr lang="en-US" altLang="zh-CN" sz="1100" b="1" dirty="0" smtClean="0">
                <a:latin typeface="+mj-lt"/>
                <a:ea typeface="+mj-ea"/>
              </a:rPr>
              <a:t>01/22 Completed</a:t>
            </a:r>
            <a:endParaRPr lang="en-US" altLang="zh-CN" sz="1100" b="1" dirty="0">
              <a:latin typeface="+mj-lt"/>
              <a:cs typeface="Microsoft YaHei" charset="-122"/>
            </a:endParaRPr>
          </a:p>
        </p:txBody>
      </p:sp>
      <p:sp>
        <p:nvSpPr>
          <p:cNvPr id="49" name="文本框 107">
            <a:extLst>
              <a:ext uri="{FF2B5EF4-FFF2-40B4-BE49-F238E27FC236}">
                <a16:creationId xmlns:a16="http://schemas.microsoft.com/office/drawing/2014/main" xmlns="" id="{28A6CBCD-8730-4627-A4D0-4FCA6107A8D2}"/>
              </a:ext>
            </a:extLst>
          </p:cNvPr>
          <p:cNvSpPr txBox="1"/>
          <p:nvPr/>
        </p:nvSpPr>
        <p:spPr>
          <a:xfrm>
            <a:off x="2262779" y="497174"/>
            <a:ext cx="1183337" cy="276999"/>
          </a:xfrm>
          <a:prstGeom prst="rect">
            <a:avLst/>
          </a:prstGeom>
          <a:noFill/>
        </p:spPr>
        <p:txBody>
          <a:bodyPr wrap="none" rtlCol="0">
            <a:spAutoFit/>
          </a:bodyPr>
          <a:lstStyle/>
          <a:p>
            <a:r>
              <a:rPr lang="en-US" altLang="zh-CN" sz="1200" b="1" dirty="0" smtClean="0">
                <a:solidFill>
                  <a:schemeClr val="accent1">
                    <a:lumMod val="75000"/>
                  </a:schemeClr>
                </a:solidFill>
                <a:latin typeface="+mj-lt"/>
                <a:ea typeface="+mj-ea"/>
              </a:rPr>
              <a:t>01/22 Kick-off</a:t>
            </a:r>
            <a:endParaRPr lang="zh-CN" altLang="en-US" sz="1200" b="1" dirty="0">
              <a:solidFill>
                <a:schemeClr val="accent1">
                  <a:lumMod val="75000"/>
                </a:schemeClr>
              </a:solidFill>
              <a:latin typeface="+mj-lt"/>
              <a:ea typeface="+mj-ea"/>
            </a:endParaRPr>
          </a:p>
        </p:txBody>
      </p:sp>
      <p:pic>
        <p:nvPicPr>
          <p:cNvPr id="61" name="Picture 83">
            <a:extLst>
              <a:ext uri="{FF2B5EF4-FFF2-40B4-BE49-F238E27FC236}">
                <a16:creationId xmlns:a16="http://schemas.microsoft.com/office/drawing/2014/main" xmlns="" id="{578178E6-A6D3-4E2E-A534-CB0C196B7FD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33903" y="517755"/>
            <a:ext cx="282415" cy="18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5"/>
          <a:stretch>
            <a:fillRect/>
          </a:stretch>
        </p:blipFill>
        <p:spPr>
          <a:xfrm>
            <a:off x="138368" y="875231"/>
            <a:ext cx="11934825" cy="266700"/>
          </a:xfrm>
          <a:prstGeom prst="rect">
            <a:avLst/>
          </a:prstGeom>
        </p:spPr>
      </p:pic>
      <p:cxnSp>
        <p:nvCxnSpPr>
          <p:cNvPr id="66" name="Straight Connector 118">
            <a:extLst>
              <a:ext uri="{FF2B5EF4-FFF2-40B4-BE49-F238E27FC236}">
                <a16:creationId xmlns:a16="http://schemas.microsoft.com/office/drawing/2014/main" xmlns="" id="{ED304844-36D3-4B47-A1BA-28EBE7ED05EC}"/>
              </a:ext>
            </a:extLst>
          </p:cNvPr>
          <p:cNvCxnSpPr/>
          <p:nvPr/>
        </p:nvCxnSpPr>
        <p:spPr>
          <a:xfrm flipH="1">
            <a:off x="3857211" y="1105867"/>
            <a:ext cx="26438" cy="5974601"/>
          </a:xfrm>
          <a:prstGeom prst="line">
            <a:avLst/>
          </a:prstGeom>
          <a:noFill/>
          <a:ln w="38100" cap="flat" cmpd="sng" algn="ctr">
            <a:solidFill>
              <a:schemeClr val="accent1">
                <a:lumMod val="75000"/>
              </a:schemeClr>
            </a:solidFill>
            <a:prstDash val="sysDot"/>
          </a:ln>
          <a:effectLst/>
        </p:spPr>
      </p:cxnSp>
      <p:sp>
        <p:nvSpPr>
          <p:cNvPr id="5" name="Rectangle 4"/>
          <p:cNvSpPr/>
          <p:nvPr/>
        </p:nvSpPr>
        <p:spPr>
          <a:xfrm>
            <a:off x="298367" y="840024"/>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01/18</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73" name="Rectangle 72"/>
          <p:cNvSpPr/>
          <p:nvPr/>
        </p:nvSpPr>
        <p:spPr>
          <a:xfrm>
            <a:off x="1246109" y="848269"/>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01/20</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75" name="Rectangle 74"/>
          <p:cNvSpPr/>
          <p:nvPr/>
        </p:nvSpPr>
        <p:spPr>
          <a:xfrm>
            <a:off x="10531893" y="894161"/>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06/24</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76" name="Rectangle 75"/>
          <p:cNvSpPr/>
          <p:nvPr/>
        </p:nvSpPr>
        <p:spPr>
          <a:xfrm>
            <a:off x="2133353" y="849337"/>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01/21</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77" name="Rectangle 76"/>
          <p:cNvSpPr/>
          <p:nvPr/>
        </p:nvSpPr>
        <p:spPr>
          <a:xfrm>
            <a:off x="3058276" y="853569"/>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01/22</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46" name="Rectangle 45"/>
          <p:cNvSpPr/>
          <p:nvPr/>
        </p:nvSpPr>
        <p:spPr>
          <a:xfrm>
            <a:off x="3972416" y="856822"/>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02/05</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50" name="Rectangle 49"/>
          <p:cNvSpPr/>
          <p:nvPr/>
        </p:nvSpPr>
        <p:spPr>
          <a:xfrm>
            <a:off x="7716946" y="856822"/>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05/31</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57" name="Freeform 155">
            <a:extLst>
              <a:ext uri="{FF2B5EF4-FFF2-40B4-BE49-F238E27FC236}">
                <a16:creationId xmlns:a16="http://schemas.microsoft.com/office/drawing/2014/main" xmlns="" id="{1163ECA5-2E92-0E4A-D285-64F90E941E22}"/>
              </a:ext>
            </a:extLst>
          </p:cNvPr>
          <p:cNvSpPr/>
          <p:nvPr/>
        </p:nvSpPr>
        <p:spPr>
          <a:xfrm>
            <a:off x="6241002" y="3850397"/>
            <a:ext cx="994299" cy="63414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1">
              <a:lumMod val="95000"/>
            </a:schemeClr>
          </a:solidFill>
          <a:ln w="9525">
            <a:noFill/>
            <a:miter lim="800000"/>
            <a:headEnd/>
            <a:tailEnd/>
          </a:ln>
          <a:effectLst/>
        </p:spPr>
        <p:txBody>
          <a:bodyPr lIns="0" tIns="0" rIns="0" bIns="0" anchor="ctr">
            <a:noAutofit/>
          </a:bodyPr>
          <a:lstStyle/>
          <a:p>
            <a:pPr algn="ctr" defTabSz="503635">
              <a:buClr>
                <a:srgbClr val="000000"/>
              </a:buClr>
            </a:pPr>
            <a:endParaRPr lang="en-US" sz="1100" b="1" dirty="0" smtClean="0">
              <a:latin typeface="+mj-lt"/>
              <a:ea typeface="微软雅黑" panose="020B0503020204020204" pitchFamily="34" charset="-122"/>
            </a:endParaRPr>
          </a:p>
          <a:p>
            <a:pPr algn="ctr" defTabSz="503635">
              <a:buClr>
                <a:srgbClr val="000000"/>
              </a:buClr>
            </a:pPr>
            <a:r>
              <a:rPr lang="en-US" sz="1100" b="1" dirty="0" smtClean="0">
                <a:latin typeface="+mj-lt"/>
                <a:ea typeface="微软雅黑" panose="020B0503020204020204" pitchFamily="34" charset="-122"/>
              </a:rPr>
              <a:t>GRR：2024/07/07</a:t>
            </a:r>
          </a:p>
          <a:p>
            <a:pPr algn="ctr" defTabSz="503635">
              <a:buClr>
                <a:srgbClr val="000000"/>
              </a:buClr>
            </a:pPr>
            <a:r>
              <a:rPr lang="en-US" altLang="zh-CN" sz="1100" dirty="0">
                <a:latin typeface="+mj-lt"/>
              </a:rPr>
              <a:t>      Not start</a:t>
            </a:r>
          </a:p>
          <a:p>
            <a:pPr algn="ctr" defTabSz="503635">
              <a:buClr>
                <a:srgbClr val="000000"/>
              </a:buClr>
            </a:pPr>
            <a:endParaRPr lang="en-US" altLang="zh-CN" sz="1100" dirty="0">
              <a:latin typeface="+mj-lt"/>
            </a:endParaRPr>
          </a:p>
        </p:txBody>
      </p:sp>
      <p:sp>
        <p:nvSpPr>
          <p:cNvPr id="60" name="Rectangle 59"/>
          <p:cNvSpPr/>
          <p:nvPr/>
        </p:nvSpPr>
        <p:spPr>
          <a:xfrm>
            <a:off x="9577298" y="863282"/>
            <a:ext cx="631904" cy="307777"/>
          </a:xfrm>
          <a:prstGeom prst="rect">
            <a:avLst/>
          </a:prstGeom>
          <a:noFill/>
        </p:spPr>
        <p:txBody>
          <a:bodyPr wrap="none" lIns="91440" tIns="45720" rIns="91440" bIns="45720">
            <a:spAutoFit/>
          </a:bodyPr>
          <a:lstStyle/>
          <a:p>
            <a:pPr algn="ctr"/>
            <a:r>
              <a:rPr lang="en-US" sz="1400" b="0" cap="none" spc="0" dirty="0" smtClean="0">
                <a:ln w="0"/>
                <a:solidFill>
                  <a:schemeClr val="tx1"/>
                </a:solidFill>
                <a:effectLst>
                  <a:outerShdw blurRad="38100" dist="19050" dir="2700000" algn="tl" rotWithShape="0">
                    <a:schemeClr val="dk1">
                      <a:alpha val="40000"/>
                    </a:schemeClr>
                  </a:outerShdw>
                </a:effectLst>
                <a:latin typeface="+mj-lt"/>
              </a:rPr>
              <a:t>06/02</a:t>
            </a:r>
            <a:endParaRPr lang="en-US" sz="1400" b="0"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62" name="Freeform 155">
            <a:extLst>
              <a:ext uri="{FF2B5EF4-FFF2-40B4-BE49-F238E27FC236}">
                <a16:creationId xmlns:a16="http://schemas.microsoft.com/office/drawing/2014/main" xmlns="" id="{1163ECA5-2E92-0E4A-D285-64F90E941E22}"/>
              </a:ext>
            </a:extLst>
          </p:cNvPr>
          <p:cNvSpPr/>
          <p:nvPr/>
        </p:nvSpPr>
        <p:spPr>
          <a:xfrm>
            <a:off x="10209202" y="6079583"/>
            <a:ext cx="954596" cy="62956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1">
              <a:lumMod val="95000"/>
            </a:schemeClr>
          </a:solidFill>
          <a:ln w="9525">
            <a:noFill/>
            <a:miter lim="800000"/>
            <a:headEnd/>
            <a:tailEnd/>
          </a:ln>
          <a:effectLst/>
        </p:spPr>
        <p:txBody>
          <a:bodyPr lIns="0" tIns="0" rIns="0" bIns="0" anchor="ctr">
            <a:noAutofit/>
          </a:bodyPr>
          <a:lstStyle/>
          <a:p>
            <a:r>
              <a:rPr lang="en-US" altLang="zh-CN" sz="1100" b="1" dirty="0" smtClean="0">
                <a:latin typeface="+mj-lt"/>
              </a:rPr>
              <a:t> Project </a:t>
            </a:r>
            <a:r>
              <a:rPr lang="en-US" sz="1100" b="1" dirty="0" smtClean="0">
                <a:latin typeface="+mj-lt"/>
                <a:ea typeface="微软雅黑" panose="020B0503020204020204" pitchFamily="34" charset="-122"/>
              </a:rPr>
              <a:t>Exit：2025/07/28</a:t>
            </a:r>
            <a:endParaRPr lang="en-US" sz="1100" dirty="0">
              <a:latin typeface="+mj-lt"/>
            </a:endParaRPr>
          </a:p>
        </p:txBody>
      </p:sp>
      <p:sp>
        <p:nvSpPr>
          <p:cNvPr id="47" name="Freeform 155">
            <a:extLst>
              <a:ext uri="{FF2B5EF4-FFF2-40B4-BE49-F238E27FC236}">
                <a16:creationId xmlns:a16="http://schemas.microsoft.com/office/drawing/2014/main" xmlns="" id="{1163ECA5-2E92-0E4A-D285-64F90E941E22}"/>
              </a:ext>
            </a:extLst>
          </p:cNvPr>
          <p:cNvSpPr/>
          <p:nvPr/>
        </p:nvSpPr>
        <p:spPr>
          <a:xfrm>
            <a:off x="4296791" y="3156248"/>
            <a:ext cx="2059621" cy="634142"/>
          </a:xfrm>
          <a:custGeom>
            <a:avLst/>
            <a:gdLst>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0 h 914400"/>
              <a:gd name="connsiteX0" fmla="*/ 0 w 1828800"/>
              <a:gd name="connsiteY0" fmla="*/ 0 h 914400"/>
              <a:gd name="connsiteX1" fmla="*/ 1664208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64208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85309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85309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55778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73023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73023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165371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 name="connsiteX0" fmla="*/ 0 w 1828800"/>
              <a:gd name="connsiteY0" fmla="*/ 0 h 914400"/>
              <a:gd name="connsiteX1" fmla="*/ 1663429 w 1828800"/>
              <a:gd name="connsiteY1" fmla="*/ 0 h 914400"/>
              <a:gd name="connsiteX2" fmla="*/ 1828800 w 1828800"/>
              <a:gd name="connsiteY2" fmla="*/ 457200 h 914400"/>
              <a:gd name="connsiteX3" fmla="*/ 1663429 w 1828800"/>
              <a:gd name="connsiteY3" fmla="*/ 914400 h 914400"/>
              <a:gd name="connsiteX4" fmla="*/ 0 w 1828800"/>
              <a:gd name="connsiteY4" fmla="*/ 914400 h 914400"/>
              <a:gd name="connsiteX5" fmla="*/ 0 w 1828800"/>
              <a:gd name="connsiteY5" fmla="*/ 457201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8800" h="914400">
                <a:moveTo>
                  <a:pt x="0" y="0"/>
                </a:moveTo>
                <a:lnTo>
                  <a:pt x="1663429" y="0"/>
                </a:lnTo>
                <a:lnTo>
                  <a:pt x="1828800" y="457200"/>
                </a:lnTo>
                <a:lnTo>
                  <a:pt x="1663429" y="914400"/>
                </a:lnTo>
                <a:lnTo>
                  <a:pt x="0" y="914400"/>
                </a:lnTo>
                <a:lnTo>
                  <a:pt x="0" y="457201"/>
                </a:lnTo>
                <a:close/>
              </a:path>
            </a:pathLst>
          </a:custGeom>
          <a:solidFill>
            <a:schemeClr val="bg1">
              <a:lumMod val="95000"/>
            </a:schemeClr>
          </a:solidFill>
          <a:ln w="9525">
            <a:noFill/>
            <a:miter lim="800000"/>
            <a:headEnd/>
            <a:tailEnd/>
          </a:ln>
          <a:effectLst/>
        </p:spPr>
        <p:txBody>
          <a:bodyPr lIns="0" tIns="0" rIns="0" bIns="0" anchor="ctr">
            <a:noAutofit/>
          </a:bodyPr>
          <a:lstStyle/>
          <a:p>
            <a:pPr algn="ctr" defTabSz="503635">
              <a:buClr>
                <a:srgbClr val="000000"/>
              </a:buClr>
            </a:pPr>
            <a:r>
              <a:rPr lang="en-US" sz="1100" b="1" dirty="0" smtClean="0">
                <a:latin typeface="+mj-lt"/>
                <a:ea typeface="微软雅黑" panose="020B0503020204020204" pitchFamily="34" charset="-122"/>
              </a:rPr>
              <a:t>Realization ：2025/06/24</a:t>
            </a:r>
            <a:r>
              <a:rPr lang="en-US" sz="1100" b="1" dirty="0">
                <a:latin typeface="+mj-lt"/>
                <a:ea typeface="微软雅黑" panose="020B0503020204020204" pitchFamily="34" charset="-122"/>
              </a:rPr>
              <a:t/>
            </a:r>
            <a:br>
              <a:rPr lang="en-US" sz="1100" b="1" dirty="0">
                <a:latin typeface="+mj-lt"/>
                <a:ea typeface="微软雅黑" panose="020B0503020204020204" pitchFamily="34" charset="-122"/>
              </a:rPr>
            </a:br>
            <a:r>
              <a:rPr lang="en-US" altLang="zh-CN" sz="1100" b="1" dirty="0" smtClean="0">
                <a:latin typeface="+mj-lt"/>
              </a:rPr>
              <a:t>      </a:t>
            </a:r>
            <a:r>
              <a:rPr lang="en-US" altLang="zh-CN" sz="1100" dirty="0" smtClean="0">
                <a:latin typeface="+mj-lt"/>
              </a:rPr>
              <a:t>Not </a:t>
            </a:r>
            <a:r>
              <a:rPr lang="en-US" altLang="zh-CN" sz="1100" dirty="0">
                <a:latin typeface="+mj-lt"/>
              </a:rPr>
              <a:t>start</a:t>
            </a:r>
          </a:p>
        </p:txBody>
      </p:sp>
      <p:sp>
        <p:nvSpPr>
          <p:cNvPr id="3" name="Rectangle 2"/>
          <p:cNvSpPr/>
          <p:nvPr/>
        </p:nvSpPr>
        <p:spPr>
          <a:xfrm>
            <a:off x="4986573" y="823915"/>
            <a:ext cx="631904" cy="307777"/>
          </a:xfrm>
          <a:prstGeom prst="rect">
            <a:avLst/>
          </a:prstGeom>
        </p:spPr>
        <p:txBody>
          <a:bodyPr wrap="none">
            <a:spAutoFit/>
          </a:bodyPr>
          <a:lstStyle/>
          <a:p>
            <a:pPr algn="ctr"/>
            <a:r>
              <a:rPr lang="en-US" sz="1400" dirty="0" smtClean="0">
                <a:ln w="0"/>
                <a:effectLst>
                  <a:outerShdw blurRad="38100" dist="19050" dir="2700000" algn="tl" rotWithShape="0">
                    <a:schemeClr val="dk1">
                      <a:alpha val="40000"/>
                    </a:schemeClr>
                  </a:outerShdw>
                </a:effectLst>
              </a:rPr>
              <a:t>03/15</a:t>
            </a:r>
            <a:endParaRPr lang="en-US" sz="1400" dirty="0">
              <a:ln w="0"/>
              <a:effectLst>
                <a:outerShdw blurRad="38100" dist="19050" dir="2700000" algn="tl" rotWithShape="0">
                  <a:schemeClr val="dk1">
                    <a:alpha val="40000"/>
                  </a:schemeClr>
                </a:outerShdw>
              </a:effectLst>
            </a:endParaRPr>
          </a:p>
        </p:txBody>
      </p:sp>
      <p:sp>
        <p:nvSpPr>
          <p:cNvPr id="6" name="Rectangle 5"/>
          <p:cNvSpPr/>
          <p:nvPr/>
        </p:nvSpPr>
        <p:spPr>
          <a:xfrm>
            <a:off x="5868482" y="817491"/>
            <a:ext cx="631904" cy="307777"/>
          </a:xfrm>
          <a:prstGeom prst="rect">
            <a:avLst/>
          </a:prstGeom>
        </p:spPr>
        <p:txBody>
          <a:bodyPr wrap="none">
            <a:spAutoFit/>
          </a:bodyPr>
          <a:lstStyle/>
          <a:p>
            <a:pPr algn="ctr"/>
            <a:r>
              <a:rPr lang="en-US" sz="1400" dirty="0" smtClean="0">
                <a:ln w="0"/>
                <a:effectLst>
                  <a:outerShdw blurRad="38100" dist="19050" dir="2700000" algn="tl" rotWithShape="0">
                    <a:schemeClr val="dk1">
                      <a:alpha val="40000"/>
                    </a:schemeClr>
                  </a:outerShdw>
                </a:effectLst>
              </a:rPr>
              <a:t>04/10</a:t>
            </a:r>
            <a:endParaRPr lang="en-US" sz="1400" dirty="0">
              <a:ln w="0"/>
              <a:effectLst>
                <a:outerShdw blurRad="38100" dist="19050" dir="2700000" algn="tl" rotWithShape="0">
                  <a:schemeClr val="dk1">
                    <a:alpha val="40000"/>
                  </a:schemeClr>
                </a:outerShdw>
              </a:effectLst>
            </a:endParaRPr>
          </a:p>
        </p:txBody>
      </p:sp>
      <p:sp>
        <p:nvSpPr>
          <p:cNvPr id="7" name="Rectangle 6"/>
          <p:cNvSpPr/>
          <p:nvPr/>
        </p:nvSpPr>
        <p:spPr>
          <a:xfrm>
            <a:off x="6792433" y="817491"/>
            <a:ext cx="631904" cy="307777"/>
          </a:xfrm>
          <a:prstGeom prst="rect">
            <a:avLst/>
          </a:prstGeom>
        </p:spPr>
        <p:txBody>
          <a:bodyPr wrap="none">
            <a:spAutoFit/>
          </a:bodyPr>
          <a:lstStyle/>
          <a:p>
            <a:pPr algn="ctr"/>
            <a:r>
              <a:rPr lang="en-US" sz="1400" dirty="0" smtClean="0">
                <a:ln w="0"/>
                <a:effectLst>
                  <a:outerShdw blurRad="38100" dist="19050" dir="2700000" algn="tl" rotWithShape="0">
                    <a:schemeClr val="dk1">
                      <a:alpha val="40000"/>
                    </a:schemeClr>
                  </a:outerShdw>
                </a:effectLst>
              </a:rPr>
              <a:t>05/01</a:t>
            </a:r>
            <a:endParaRPr lang="en-US" sz="1400" dirty="0">
              <a:ln w="0"/>
              <a:effectLst>
                <a:outerShdw blurRad="38100" dist="19050" dir="2700000" algn="tl" rotWithShape="0">
                  <a:schemeClr val="dk1">
                    <a:alpha val="40000"/>
                  </a:schemeClr>
                </a:outerShdw>
              </a:effectLst>
            </a:endParaRPr>
          </a:p>
        </p:txBody>
      </p:sp>
      <p:sp>
        <p:nvSpPr>
          <p:cNvPr id="2" name="Rectangle 1"/>
          <p:cNvSpPr/>
          <p:nvPr/>
        </p:nvSpPr>
        <p:spPr>
          <a:xfrm>
            <a:off x="11179172" y="819488"/>
            <a:ext cx="897335" cy="338554"/>
          </a:xfrm>
          <a:prstGeom prst="rect">
            <a:avLst/>
          </a:prstGeom>
        </p:spPr>
        <p:txBody>
          <a:bodyPr wrap="square">
            <a:spAutoFit/>
          </a:bodyPr>
          <a:lstStyle/>
          <a:p>
            <a:pPr algn="ctr"/>
            <a:r>
              <a:rPr lang="en-US" sz="1600" dirty="0">
                <a:ln w="0"/>
                <a:effectLst>
                  <a:outerShdw blurRad="38100" dist="19050" dir="2700000" algn="tl" rotWithShape="0">
                    <a:schemeClr val="dk1">
                      <a:alpha val="40000"/>
                    </a:schemeClr>
                  </a:outerShdw>
                </a:effectLst>
              </a:rPr>
              <a:t>06/24</a:t>
            </a:r>
          </a:p>
        </p:txBody>
      </p:sp>
    </p:spTree>
    <p:extLst>
      <p:ext uri="{BB962C8B-B14F-4D97-AF65-F5344CB8AC3E}">
        <p14:creationId xmlns:p14="http://schemas.microsoft.com/office/powerpoint/2010/main" val="32069110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标题 1"/>
          <p:cNvSpPr>
            <a:spLocks noGrp="1"/>
          </p:cNvSpPr>
          <p:nvPr>
            <p:ph type="title"/>
          </p:nvPr>
        </p:nvSpPr>
        <p:spPr>
          <a:xfrm>
            <a:off x="441348" y="115920"/>
            <a:ext cx="10850563" cy="652921"/>
          </a:xfrm>
        </p:spPr>
        <p:txBody>
          <a:bodyPr>
            <a:normAutofit/>
          </a:bodyPr>
          <a:lstStyle/>
          <a:p>
            <a:r>
              <a:rPr lang="zh-CN" altLang="en-US" sz="2400" dirty="0">
                <a:latin typeface="+mn-lt"/>
              </a:rPr>
              <a:t>项目团队</a:t>
            </a:r>
            <a:r>
              <a:rPr lang="en-US" altLang="zh-CN" sz="2400" dirty="0">
                <a:latin typeface="+mn-lt"/>
              </a:rPr>
              <a:t>Project Team</a:t>
            </a:r>
            <a:endParaRPr lang="zh-CN" altLang="en-US" sz="2400" dirty="0">
              <a:latin typeface="+mn-lt"/>
            </a:endParaRPr>
          </a:p>
        </p:txBody>
      </p:sp>
      <p:sp>
        <p:nvSpPr>
          <p:cNvPr id="4" name="Rectangle 9">
            <a:extLst>
              <a:ext uri="{FF2B5EF4-FFF2-40B4-BE49-F238E27FC236}">
                <a16:creationId xmlns:a16="http://schemas.microsoft.com/office/drawing/2014/main" xmlns="" id="{F5C3E0C9-8A73-404B-A4D3-D1152812BE18}"/>
              </a:ext>
            </a:extLst>
          </p:cNvPr>
          <p:cNvSpPr>
            <a:spLocks noChangeArrowheads="1"/>
          </p:cNvSpPr>
          <p:nvPr/>
        </p:nvSpPr>
        <p:spPr bwMode="auto">
          <a:xfrm>
            <a:off x="4537268" y="2067738"/>
            <a:ext cx="2855008" cy="27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00" tIns="54401" rIns="108800" bIns="54401"/>
          <a:lstStyle/>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CN" sz="1600" dirty="0" smtClean="0">
                <a:ea typeface="微软雅黑" panose="020B0503020204020204" pitchFamily="34" charset="-122"/>
              </a:rPr>
              <a:t>Manohar-g</a:t>
            </a:r>
            <a:endParaRPr lang="zh-CN" altLang="en-GB" sz="1600" dirty="0">
              <a:solidFill>
                <a:srgbClr val="000000"/>
              </a:solidFill>
              <a:ea typeface="微软雅黑" panose="020B0503020204020204" pitchFamily="34" charset="-122"/>
              <a:cs typeface="微软雅黑" charset="0"/>
            </a:endParaRPr>
          </a:p>
        </p:txBody>
      </p:sp>
      <p:sp>
        <p:nvSpPr>
          <p:cNvPr id="5" name="Rectangle 10">
            <a:extLst>
              <a:ext uri="{FF2B5EF4-FFF2-40B4-BE49-F238E27FC236}">
                <a16:creationId xmlns:a16="http://schemas.microsoft.com/office/drawing/2014/main" xmlns="" id="{19B6DAFC-99A8-AC46-A84B-2DA2D46DC801}"/>
              </a:ext>
            </a:extLst>
          </p:cNvPr>
          <p:cNvSpPr>
            <a:spLocks noChangeArrowheads="1"/>
          </p:cNvSpPr>
          <p:nvPr/>
        </p:nvSpPr>
        <p:spPr bwMode="auto">
          <a:xfrm>
            <a:off x="3709017" y="1837062"/>
            <a:ext cx="4603895" cy="290433"/>
          </a:xfrm>
          <a:prstGeom prst="rect">
            <a:avLst/>
          </a:prstGeom>
          <a:solidFill>
            <a:srgbClr val="4F81BD">
              <a:lumMod val="75000"/>
            </a:srgbClr>
          </a:solidFill>
          <a:ln>
            <a:noFill/>
          </a:ln>
        </p:spPr>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zh-CN" altLang="en-GB" sz="1449" b="1" kern="0" dirty="0">
                <a:solidFill>
                  <a:srgbClr val="FFFFFF"/>
                </a:solidFill>
                <a:ea typeface="微软雅黑" panose="020B0503020204020204" pitchFamily="34" charset="-122"/>
                <a:cs typeface="微软雅黑" charset="0"/>
              </a:rPr>
              <a:t>Project </a:t>
            </a:r>
            <a:r>
              <a:rPr lang="en-US" altLang="zh-TW" sz="1449" b="1" kern="0" dirty="0" smtClean="0">
                <a:solidFill>
                  <a:srgbClr val="FFFFFF"/>
                </a:solidFill>
                <a:ea typeface="微软雅黑" panose="020B0503020204020204" pitchFamily="34" charset="-122"/>
                <a:cs typeface="微软雅黑" charset="0"/>
              </a:rPr>
              <a:t>Manager</a:t>
            </a:r>
            <a:endParaRPr lang="zh-CN" altLang="en-GB" sz="1449" b="1" kern="0" dirty="0">
              <a:solidFill>
                <a:srgbClr val="FFFFFF"/>
              </a:solidFill>
              <a:ea typeface="微软雅黑" panose="020B0503020204020204" pitchFamily="34" charset="-122"/>
              <a:cs typeface="微软雅黑" charset="0"/>
            </a:endParaRPr>
          </a:p>
        </p:txBody>
      </p:sp>
      <p:sp>
        <p:nvSpPr>
          <p:cNvPr id="8" name="Rectangle 37">
            <a:extLst>
              <a:ext uri="{FF2B5EF4-FFF2-40B4-BE49-F238E27FC236}">
                <a16:creationId xmlns:a16="http://schemas.microsoft.com/office/drawing/2014/main" xmlns="" id="{0D3DE909-6DB0-C945-932D-31764274D12F}"/>
              </a:ext>
            </a:extLst>
          </p:cNvPr>
          <p:cNvSpPr>
            <a:spLocks noChangeArrowheads="1"/>
          </p:cNvSpPr>
          <p:nvPr/>
        </p:nvSpPr>
        <p:spPr bwMode="auto">
          <a:xfrm>
            <a:off x="3934544" y="2690267"/>
            <a:ext cx="4146487" cy="235369"/>
          </a:xfrm>
          <a:prstGeom prst="rect">
            <a:avLst/>
          </a:prstGeom>
          <a:solidFill>
            <a:srgbClr val="4F81BD">
              <a:lumMod val="75000"/>
            </a:srgbClr>
          </a:solidFill>
          <a:ln>
            <a:noFill/>
          </a:ln>
        </p:spPr>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en-US" altLang="zh-CN" sz="1449" b="1" kern="0" dirty="0" smtClean="0">
                <a:solidFill>
                  <a:srgbClr val="FFFFFF"/>
                </a:solidFill>
                <a:ea typeface="微软雅黑" panose="020B0503020204020204" pitchFamily="34" charset="-122"/>
                <a:cs typeface="微软雅黑" charset="0"/>
              </a:rPr>
              <a:t>Project </a:t>
            </a:r>
            <a:r>
              <a:rPr lang="en-US" altLang="zh-CN" sz="1449" b="1" kern="0" dirty="0">
                <a:solidFill>
                  <a:srgbClr val="FFFFFF"/>
                </a:solidFill>
                <a:ea typeface="微软雅黑" panose="020B0503020204020204" pitchFamily="34" charset="-122"/>
                <a:cs typeface="微软雅黑" charset="0"/>
              </a:rPr>
              <a:t>D</a:t>
            </a:r>
            <a:r>
              <a:rPr lang="en-US" altLang="zh-CN" sz="1449" b="1" kern="0" dirty="0" smtClean="0">
                <a:solidFill>
                  <a:srgbClr val="FFFFFF"/>
                </a:solidFill>
                <a:ea typeface="微软雅黑" panose="020B0503020204020204" pitchFamily="34" charset="-122"/>
                <a:cs typeface="微软雅黑" charset="0"/>
              </a:rPr>
              <a:t>evelopment Team</a:t>
            </a:r>
            <a:endParaRPr lang="en-GB" altLang="zh-CN" sz="1449" b="1" kern="0" dirty="0">
              <a:solidFill>
                <a:srgbClr val="FFFFFF"/>
              </a:solidFill>
              <a:ea typeface="微软雅黑" panose="020B0503020204020204" pitchFamily="34" charset="-122"/>
              <a:cs typeface="微软雅黑" charset="0"/>
            </a:endParaRPr>
          </a:p>
        </p:txBody>
      </p:sp>
      <p:sp>
        <p:nvSpPr>
          <p:cNvPr id="9" name="矩形 8">
            <a:extLst>
              <a:ext uri="{FF2B5EF4-FFF2-40B4-BE49-F238E27FC236}">
                <a16:creationId xmlns:a16="http://schemas.microsoft.com/office/drawing/2014/main" xmlns="" id="{2BA65BC8-D98F-5E41-82D6-ACFA20A1581B}"/>
              </a:ext>
            </a:extLst>
          </p:cNvPr>
          <p:cNvSpPr>
            <a:spLocks noChangeArrowheads="1"/>
          </p:cNvSpPr>
          <p:nvPr/>
        </p:nvSpPr>
        <p:spPr bwMode="auto">
          <a:xfrm>
            <a:off x="3938263" y="2924794"/>
            <a:ext cx="4133715" cy="603955"/>
          </a:xfrm>
          <a:prstGeom prst="rect">
            <a:avLst/>
          </a:prstGeom>
          <a:noFill/>
          <a:ln w="9525">
            <a:solidFill>
              <a:srgbClr val="4F81BD"/>
            </a:solidFill>
            <a:round/>
            <a:headEnd/>
            <a:tailEnd/>
          </a:ln>
          <a:extLst>
            <a:ext uri="{909E8E84-426E-40DD-AFC4-6F175D3DCCD1}">
              <a14:hiddenFill xmlns:a14="http://schemas.microsoft.com/office/drawing/2010/main">
                <a:solidFill>
                  <a:srgbClr val="FFFFFF"/>
                </a:solidFill>
              </a14:hiddenFill>
            </a:ext>
          </a:extLst>
        </p:spPr>
        <p:txBody>
          <a:bodyPr lIns="54401" tIns="54401" rIns="54401" bIns="54401" anchor="ctr"/>
          <a:lstStyle/>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TW" sz="1400" dirty="0" smtClean="0">
                <a:ea typeface="微软雅黑" panose="020B0503020204020204" pitchFamily="34" charset="-122"/>
                <a:cs typeface="微软雅黑" charset="0"/>
              </a:rPr>
              <a:t>Manohar-g , S.Premika </a:t>
            </a:r>
            <a:endParaRPr lang="en-US" altLang="zh-TW" sz="1400" dirty="0">
              <a:ea typeface="微软雅黑" panose="020B0503020204020204" pitchFamily="34" charset="-122"/>
              <a:cs typeface="微软雅黑" charset="0"/>
            </a:endParaRPr>
          </a:p>
        </p:txBody>
      </p:sp>
      <p:sp>
        <p:nvSpPr>
          <p:cNvPr id="10" name="矩形 51">
            <a:extLst>
              <a:ext uri="{FF2B5EF4-FFF2-40B4-BE49-F238E27FC236}">
                <a16:creationId xmlns:a16="http://schemas.microsoft.com/office/drawing/2014/main" xmlns="" id="{F47A9402-BB8E-024E-996B-AD38B2863928}"/>
              </a:ext>
            </a:extLst>
          </p:cNvPr>
          <p:cNvSpPr>
            <a:spLocks noChangeArrowheads="1"/>
          </p:cNvSpPr>
          <p:nvPr/>
        </p:nvSpPr>
        <p:spPr bwMode="auto">
          <a:xfrm>
            <a:off x="3709017" y="1846063"/>
            <a:ext cx="4603896" cy="554870"/>
          </a:xfrm>
          <a:prstGeom prst="rect">
            <a:avLst/>
          </a:prstGeom>
          <a:noFill/>
          <a:ln w="9525">
            <a:solidFill>
              <a:srgbClr val="4F81BD"/>
            </a:solidFill>
            <a:round/>
            <a:headEnd/>
            <a:tailEnd/>
          </a:ln>
          <a:extLst>
            <a:ext uri="{909E8E84-426E-40DD-AFC4-6F175D3DCCD1}">
              <a14:hiddenFill xmlns:a14="http://schemas.microsoft.com/office/drawing/2010/main">
                <a:solidFill>
                  <a:srgbClr val="FFFFFF"/>
                </a:solidFill>
              </a14:hiddenFill>
            </a:ext>
          </a:extLst>
        </p:spPr>
        <p:txBody>
          <a:bodyPr lIns="54401" tIns="54401" rIns="54401" bIns="54401" anchor="ctr"/>
          <a:lstStyle/>
          <a:p>
            <a:pPr marL="277663" indent="-277663" defTabSz="543995" eaLnBrk="0" fontAlgn="base" hangingPunct="0">
              <a:spcBef>
                <a:spcPct val="25000"/>
              </a:spcBef>
              <a:spcAft>
                <a:spcPct val="0"/>
              </a:spcAft>
              <a:buFontTx/>
              <a:buChar char="•"/>
              <a:defRPr/>
            </a:pPr>
            <a:endParaRPr lang="zh-CN" altLang="en-US" sz="1449" kern="0">
              <a:solidFill>
                <a:srgbClr val="FFFFFF"/>
              </a:solidFill>
              <a:ea typeface="微软雅黑" panose="020B0503020204020204" pitchFamily="34" charset="-122"/>
              <a:cs typeface="微软雅黑" charset="0"/>
            </a:endParaRPr>
          </a:p>
        </p:txBody>
      </p:sp>
      <p:cxnSp>
        <p:nvCxnSpPr>
          <p:cNvPr id="32" name="直接连接符 31"/>
          <p:cNvCxnSpPr>
            <a:stCxn id="10" idx="2"/>
            <a:endCxn id="8" idx="0"/>
          </p:cNvCxnSpPr>
          <p:nvPr/>
        </p:nvCxnSpPr>
        <p:spPr bwMode="auto">
          <a:xfrm flipH="1">
            <a:off x="6007788" y="2400933"/>
            <a:ext cx="3177" cy="289334"/>
          </a:xfrm>
          <a:prstGeom prst="line">
            <a:avLst/>
          </a:prstGeom>
          <a:solidFill>
            <a:srgbClr val="4F81BD"/>
          </a:solidFill>
          <a:ln w="12700" cap="flat" cmpd="sng" algn="ctr">
            <a:solidFill>
              <a:srgbClr val="1F497D">
                <a:lumMod val="60000"/>
                <a:lumOff val="40000"/>
              </a:srgbClr>
            </a:solidFill>
            <a:prstDash val="solid"/>
            <a:round/>
            <a:headEnd type="none" w="med" len="med"/>
            <a:tailEnd type="none" w="med" len="med"/>
          </a:ln>
          <a:effectLst/>
        </p:spPr>
      </p:cxnSp>
      <p:cxnSp>
        <p:nvCxnSpPr>
          <p:cNvPr id="52" name="直接连接符 51"/>
          <p:cNvCxnSpPr>
            <a:stCxn id="9" idx="2"/>
          </p:cNvCxnSpPr>
          <p:nvPr/>
        </p:nvCxnSpPr>
        <p:spPr bwMode="auto">
          <a:xfrm>
            <a:off x="6005121" y="3528749"/>
            <a:ext cx="5844" cy="325195"/>
          </a:xfrm>
          <a:prstGeom prst="line">
            <a:avLst/>
          </a:prstGeom>
          <a:solidFill>
            <a:srgbClr val="4F81BD"/>
          </a:solidFill>
          <a:ln w="12700" cap="flat" cmpd="sng" algn="ctr">
            <a:solidFill>
              <a:srgbClr val="1F497D">
                <a:lumMod val="60000"/>
                <a:lumOff val="40000"/>
              </a:srgbClr>
            </a:solidFill>
            <a:prstDash val="solid"/>
            <a:round/>
            <a:headEnd type="none" w="med" len="med"/>
            <a:tailEnd type="none" w="med" len="med"/>
          </a:ln>
          <a:effectLst/>
        </p:spPr>
      </p:cxnSp>
      <p:sp>
        <p:nvSpPr>
          <p:cNvPr id="29" name="Rectangle 37">
            <a:extLst>
              <a:ext uri="{FF2B5EF4-FFF2-40B4-BE49-F238E27FC236}">
                <a16:creationId xmlns:a16="http://schemas.microsoft.com/office/drawing/2014/main" xmlns="" id="{0D3DE909-6DB0-C945-932D-31764274D12F}"/>
              </a:ext>
            </a:extLst>
          </p:cNvPr>
          <p:cNvSpPr>
            <a:spLocks noChangeArrowheads="1"/>
          </p:cNvSpPr>
          <p:nvPr/>
        </p:nvSpPr>
        <p:spPr bwMode="auto">
          <a:xfrm>
            <a:off x="4838777" y="3853944"/>
            <a:ext cx="2332685" cy="235369"/>
          </a:xfrm>
          <a:prstGeom prst="rect">
            <a:avLst/>
          </a:prstGeom>
          <a:solidFill>
            <a:srgbClr val="4F81BD">
              <a:lumMod val="75000"/>
            </a:srgbClr>
          </a:solidFill>
          <a:ln>
            <a:noFill/>
          </a:ln>
        </p:spPr>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en-GB" altLang="zh-CN" sz="1449" b="1" kern="0" dirty="0" smtClean="0">
                <a:solidFill>
                  <a:srgbClr val="FFFFFF"/>
                </a:solidFill>
                <a:ea typeface="微软雅黑" panose="020B0503020204020204" pitchFamily="34" charset="-122"/>
                <a:cs typeface="微软雅黑" charset="0"/>
              </a:rPr>
              <a:t>Support Team</a:t>
            </a:r>
            <a:endParaRPr lang="en-GB" altLang="zh-CN" sz="1449" b="1" kern="0" dirty="0">
              <a:solidFill>
                <a:srgbClr val="FFFFFF"/>
              </a:solidFill>
              <a:ea typeface="微软雅黑" panose="020B0503020204020204" pitchFamily="34" charset="-122"/>
              <a:cs typeface="微软雅黑" charset="0"/>
            </a:endParaRPr>
          </a:p>
        </p:txBody>
      </p:sp>
      <p:sp>
        <p:nvSpPr>
          <p:cNvPr id="30" name="矩形 8">
            <a:extLst>
              <a:ext uri="{FF2B5EF4-FFF2-40B4-BE49-F238E27FC236}">
                <a16:creationId xmlns:a16="http://schemas.microsoft.com/office/drawing/2014/main" xmlns="" id="{2BA65BC8-D98F-5E41-82D6-ACFA20A1581B}"/>
              </a:ext>
            </a:extLst>
          </p:cNvPr>
          <p:cNvSpPr>
            <a:spLocks noChangeArrowheads="1"/>
          </p:cNvSpPr>
          <p:nvPr/>
        </p:nvSpPr>
        <p:spPr bwMode="auto">
          <a:xfrm>
            <a:off x="4838777" y="4089313"/>
            <a:ext cx="2332685" cy="603955"/>
          </a:xfrm>
          <a:prstGeom prst="rect">
            <a:avLst/>
          </a:prstGeom>
          <a:noFill/>
          <a:ln w="9525">
            <a:solidFill>
              <a:srgbClr val="4F81BD"/>
            </a:solidFill>
            <a:round/>
            <a:headEnd/>
            <a:tailEnd/>
          </a:ln>
          <a:extLst>
            <a:ext uri="{909E8E84-426E-40DD-AFC4-6F175D3DCCD1}">
              <a14:hiddenFill xmlns:a14="http://schemas.microsoft.com/office/drawing/2010/main">
                <a:solidFill>
                  <a:srgbClr val="FFFFFF"/>
                </a:solidFill>
              </a14:hiddenFill>
            </a:ext>
          </a:extLst>
        </p:spPr>
        <p:txBody>
          <a:bodyPr lIns="54401" tIns="54401" rIns="54401" bIns="54401" anchor="ctr"/>
          <a:lstStyle/>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TW" sz="1400" dirty="0" smtClean="0">
                <a:ea typeface="微软雅黑" panose="020B0503020204020204" pitchFamily="34" charset="-122"/>
                <a:cs typeface="微软雅黑" charset="0"/>
              </a:rPr>
              <a:t> </a:t>
            </a:r>
            <a:r>
              <a:rPr lang="en-US" altLang="zh-TW" sz="1400" dirty="0" smtClean="0">
                <a:ea typeface="微软雅黑" panose="020B0503020204020204" pitchFamily="34" charset="-122"/>
                <a:cs typeface="微软雅黑" charset="0"/>
              </a:rPr>
              <a:t>Chandra-k, Ramaiah-b </a:t>
            </a:r>
            <a:r>
              <a:rPr lang="en-US" altLang="zh-TW" sz="1400" dirty="0" smtClean="0">
                <a:ea typeface="微软雅黑" panose="020B0503020204020204" pitchFamily="34" charset="-122"/>
                <a:cs typeface="微软雅黑" charset="0"/>
              </a:rPr>
              <a:t>, </a:t>
            </a:r>
            <a:r>
              <a:rPr lang="en-US" altLang="zh-TW" sz="1400" dirty="0" smtClean="0">
                <a:ea typeface="微软雅黑" panose="020B0503020204020204" pitchFamily="34" charset="-122"/>
                <a:cs typeface="微软雅黑" charset="0"/>
              </a:rPr>
              <a:t>Siva-c, nagasai-t ,   </a:t>
            </a:r>
            <a:endParaRPr lang="en-US" altLang="zh-TW" sz="1400" dirty="0">
              <a:ea typeface="微软雅黑" panose="020B0503020204020204" pitchFamily="34" charset="-122"/>
              <a:cs typeface="微软雅黑" charset="0"/>
            </a:endParaRPr>
          </a:p>
        </p:txBody>
      </p:sp>
    </p:spTree>
    <p:extLst>
      <p:ext uri="{BB962C8B-B14F-4D97-AF65-F5344CB8AC3E}">
        <p14:creationId xmlns:p14="http://schemas.microsoft.com/office/powerpoint/2010/main" val="14851086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rPr>
              <a:t>目录 </a:t>
            </a:r>
            <a:r>
              <a:rPr lang="en-US" altLang="zh-CN" dirty="0">
                <a:latin typeface="+mn-lt"/>
              </a:rPr>
              <a:t>Content</a:t>
            </a:r>
            <a:endParaRPr lang="zh-CN" altLang="en-US" dirty="0">
              <a:latin typeface="+mn-lt"/>
            </a:endParaRPr>
          </a:p>
        </p:txBody>
      </p:sp>
      <p:grpSp>
        <p:nvGrpSpPr>
          <p:cNvPr id="12" name="组合 11"/>
          <p:cNvGrpSpPr/>
          <p:nvPr/>
        </p:nvGrpSpPr>
        <p:grpSpPr>
          <a:xfrm>
            <a:off x="10565394" y="72395"/>
            <a:ext cx="1453034" cy="704850"/>
            <a:chOff x="10067453" y="63342"/>
            <a:chExt cx="1453034" cy="704850"/>
          </a:xfrm>
        </p:grpSpPr>
        <p:sp>
          <p:nvSpPr>
            <p:cNvPr id="8" name="矩形 7"/>
            <p:cNvSpPr/>
            <p:nvPr/>
          </p:nvSpPr>
          <p:spPr>
            <a:xfrm>
              <a:off x="10067453" y="63342"/>
              <a:ext cx="1453034" cy="704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7377" y="187665"/>
              <a:ext cx="456204" cy="456204"/>
            </a:xfrm>
            <a:prstGeom prst="rect">
              <a:avLst/>
            </a:prstGeom>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7521" y="63342"/>
              <a:ext cx="742950" cy="704850"/>
            </a:xfrm>
            <a:prstGeom prst="rect">
              <a:avLst/>
            </a:prstGeom>
          </p:spPr>
        </p:pic>
      </p:grpSp>
      <p:sp>
        <p:nvSpPr>
          <p:cNvPr id="9" name="Rectangle 8">
            <a:extLst>
              <a:ext uri="{FF2B5EF4-FFF2-40B4-BE49-F238E27FC236}">
                <a16:creationId xmlns:a16="http://schemas.microsoft.com/office/drawing/2014/main" xmlns="" id="{2FA75AB2-F309-4DAD-878C-2A59E7CE35E6}"/>
              </a:ext>
            </a:extLst>
          </p:cNvPr>
          <p:cNvSpPr>
            <a:spLocks noChangeArrowheads="1"/>
          </p:cNvSpPr>
          <p:nvPr/>
        </p:nvSpPr>
        <p:spPr bwMode="auto">
          <a:xfrm>
            <a:off x="2728022" y="1960843"/>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DB6A03"/>
                </a:solidFill>
                <a:ea typeface="微软雅黑" pitchFamily="34" charset="-122"/>
                <a:cs typeface="Arial" pitchFamily="34" charset="0"/>
              </a:rPr>
              <a:t>2</a:t>
            </a:r>
            <a:endParaRPr lang="en-US" altLang="zh-CN" sz="1800" dirty="0">
              <a:solidFill>
                <a:srgbClr val="DB6A03"/>
              </a:solidFill>
              <a:ea typeface="微软雅黑" pitchFamily="34" charset="-122"/>
              <a:cs typeface="Arial" pitchFamily="34" charset="0"/>
            </a:endParaRPr>
          </a:p>
        </p:txBody>
      </p:sp>
      <p:sp>
        <p:nvSpPr>
          <p:cNvPr id="13" name="Rectangle 5">
            <a:extLst>
              <a:ext uri="{FF2B5EF4-FFF2-40B4-BE49-F238E27FC236}">
                <a16:creationId xmlns:a16="http://schemas.microsoft.com/office/drawing/2014/main" xmlns="" id="{B20B0CB0-034C-4E7D-A9A4-8FC43CA0A59D}"/>
              </a:ext>
            </a:extLst>
          </p:cNvPr>
          <p:cNvSpPr>
            <a:spLocks noChangeArrowheads="1"/>
          </p:cNvSpPr>
          <p:nvPr/>
        </p:nvSpPr>
        <p:spPr bwMode="gray">
          <a:xfrm>
            <a:off x="3626934" y="1960843"/>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smtClean="0">
                <a:solidFill>
                  <a:srgbClr val="DB6A03"/>
                </a:solidFill>
                <a:ea typeface="微软雅黑" pitchFamily="34" charset="-122"/>
              </a:rPr>
              <a:t>项目</a:t>
            </a:r>
            <a:r>
              <a:rPr lang="zh-CN" altLang="en-US" b="1" dirty="0">
                <a:solidFill>
                  <a:srgbClr val="DB6A03"/>
                </a:solidFill>
                <a:ea typeface="微软雅黑" pitchFamily="34" charset="-122"/>
              </a:rPr>
              <a:t>规划 </a:t>
            </a:r>
            <a:r>
              <a:rPr lang="en-US" altLang="zh-CN" b="1" dirty="0">
                <a:solidFill>
                  <a:srgbClr val="DB6A03"/>
                </a:solidFill>
                <a:ea typeface="微软雅黑" pitchFamily="34" charset="-122"/>
              </a:rPr>
              <a:t>Project </a:t>
            </a:r>
            <a:r>
              <a:rPr lang="en-US" altLang="zh-CN" b="1" dirty="0" smtClean="0">
                <a:solidFill>
                  <a:srgbClr val="DB6A03"/>
                </a:solidFill>
                <a:ea typeface="微软雅黑" pitchFamily="34" charset="-122"/>
              </a:rPr>
              <a:t>Schedule</a:t>
            </a:r>
            <a:endParaRPr lang="en-US" altLang="zh-CN" b="1" dirty="0">
              <a:solidFill>
                <a:srgbClr val="DB6A03"/>
              </a:solidFill>
              <a:ea typeface="微软雅黑" pitchFamily="34" charset="-122"/>
            </a:endParaRPr>
          </a:p>
        </p:txBody>
      </p:sp>
      <p:sp>
        <p:nvSpPr>
          <p:cNvPr id="24" name="Rectangle 8">
            <a:extLst>
              <a:ext uri="{FF2B5EF4-FFF2-40B4-BE49-F238E27FC236}">
                <a16:creationId xmlns:a16="http://schemas.microsoft.com/office/drawing/2014/main" xmlns="" id="{2FA75AB2-F309-4DAD-878C-2A59E7CE35E6}"/>
              </a:ext>
            </a:extLst>
          </p:cNvPr>
          <p:cNvSpPr>
            <a:spLocks noChangeArrowheads="1"/>
          </p:cNvSpPr>
          <p:nvPr/>
        </p:nvSpPr>
        <p:spPr bwMode="auto">
          <a:xfrm>
            <a:off x="2728022" y="1289142"/>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DB6A03"/>
                </a:solidFill>
                <a:ea typeface="微软雅黑" pitchFamily="34" charset="-122"/>
                <a:cs typeface="Arial" pitchFamily="34" charset="0"/>
              </a:rPr>
              <a:t>1</a:t>
            </a:r>
            <a:endParaRPr lang="en-US" altLang="zh-CN" sz="1800" dirty="0">
              <a:solidFill>
                <a:srgbClr val="DB6A03"/>
              </a:solidFill>
              <a:ea typeface="微软雅黑" pitchFamily="34" charset="-122"/>
              <a:cs typeface="Arial" pitchFamily="34" charset="0"/>
            </a:endParaRPr>
          </a:p>
        </p:txBody>
      </p:sp>
      <p:sp>
        <p:nvSpPr>
          <p:cNvPr id="25" name="Rectangle 5">
            <a:extLst>
              <a:ext uri="{FF2B5EF4-FFF2-40B4-BE49-F238E27FC236}">
                <a16:creationId xmlns:a16="http://schemas.microsoft.com/office/drawing/2014/main" xmlns="" id="{B20B0CB0-034C-4E7D-A9A4-8FC43CA0A59D}"/>
              </a:ext>
            </a:extLst>
          </p:cNvPr>
          <p:cNvSpPr>
            <a:spLocks noChangeArrowheads="1"/>
          </p:cNvSpPr>
          <p:nvPr/>
        </p:nvSpPr>
        <p:spPr bwMode="gray">
          <a:xfrm>
            <a:off x="3626934" y="1289142"/>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ea typeface="微软雅黑" pitchFamily="34" charset="-122"/>
              </a:rPr>
              <a:t>项目范围 </a:t>
            </a:r>
            <a:r>
              <a:rPr lang="en-US" altLang="zh-CN" b="1" dirty="0">
                <a:solidFill>
                  <a:srgbClr val="DB6A03"/>
                </a:solidFill>
                <a:ea typeface="微软雅黑" pitchFamily="34" charset="-122"/>
              </a:rPr>
              <a:t>Project Scope</a:t>
            </a:r>
            <a:endParaRPr lang="zh-CN" altLang="en-US" b="1" dirty="0">
              <a:solidFill>
                <a:srgbClr val="DB6A03"/>
              </a:solidFill>
              <a:ea typeface="微软雅黑" pitchFamily="34" charset="-122"/>
            </a:endParaRPr>
          </a:p>
        </p:txBody>
      </p:sp>
      <p:sp>
        <p:nvSpPr>
          <p:cNvPr id="17" name="Rectangle 8">
            <a:extLst>
              <a:ext uri="{FF2B5EF4-FFF2-40B4-BE49-F238E27FC236}">
                <a16:creationId xmlns:a16="http://schemas.microsoft.com/office/drawing/2014/main" xmlns="" id="{5BFE36D3-9A88-44FB-B11C-F9E300E6BA3F}"/>
              </a:ext>
            </a:extLst>
          </p:cNvPr>
          <p:cNvSpPr>
            <a:spLocks noChangeArrowheads="1"/>
          </p:cNvSpPr>
          <p:nvPr/>
        </p:nvSpPr>
        <p:spPr bwMode="auto">
          <a:xfrm>
            <a:off x="2717005" y="2684722"/>
            <a:ext cx="814701" cy="548640"/>
          </a:xfrm>
          <a:prstGeom prst="rect">
            <a:avLst/>
          </a:prstGeom>
          <a:solidFill>
            <a:schemeClr val="bg1">
              <a:lumMod val="95000"/>
            </a:schemeClr>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DB6A03"/>
                </a:solidFill>
                <a:ea typeface="微软雅黑" pitchFamily="34" charset="-122"/>
                <a:cs typeface="Arial" pitchFamily="34" charset="0"/>
              </a:rPr>
              <a:t>3</a:t>
            </a:r>
            <a:endParaRPr lang="en-US" altLang="zh-CN" sz="1800" dirty="0">
              <a:solidFill>
                <a:srgbClr val="DB6A03"/>
              </a:solidFill>
              <a:ea typeface="微软雅黑" pitchFamily="34" charset="-122"/>
              <a:cs typeface="Arial" pitchFamily="34" charset="0"/>
            </a:endParaRPr>
          </a:p>
        </p:txBody>
      </p:sp>
      <p:sp>
        <p:nvSpPr>
          <p:cNvPr id="18" name="Rectangle 5">
            <a:extLst>
              <a:ext uri="{FF2B5EF4-FFF2-40B4-BE49-F238E27FC236}">
                <a16:creationId xmlns:a16="http://schemas.microsoft.com/office/drawing/2014/main" xmlns="" id="{5814A8E3-FB98-4FD9-9703-749015CC5236}"/>
              </a:ext>
            </a:extLst>
          </p:cNvPr>
          <p:cNvSpPr>
            <a:spLocks noChangeArrowheads="1"/>
          </p:cNvSpPr>
          <p:nvPr/>
        </p:nvSpPr>
        <p:spPr bwMode="gray">
          <a:xfrm>
            <a:off x="3626934" y="2684722"/>
            <a:ext cx="5773407" cy="548640"/>
          </a:xfrm>
          <a:prstGeom prst="rect">
            <a:avLst/>
          </a:prstGeom>
          <a:solidFill>
            <a:schemeClr val="bg1">
              <a:lumMod val="95000"/>
            </a:schemeClr>
          </a:solidFill>
          <a:ln>
            <a:noFill/>
          </a:ln>
        </p:spPr>
        <p:txBody>
          <a:bodyPr lIns="180000" tIns="46800" rIns="72000" bIns="46800" anchor="ctr"/>
          <a:lstStyle/>
          <a:p>
            <a:pPr eaLnBrk="0" latinLnBrk="1" hangingPunct="0">
              <a:buClr>
                <a:srgbClr val="006600"/>
              </a:buClr>
              <a:buSzPct val="85000"/>
            </a:pPr>
            <a:r>
              <a:rPr lang="zh-CN" altLang="en-US" b="1" dirty="0">
                <a:solidFill>
                  <a:srgbClr val="DB6A03"/>
                </a:solidFill>
                <a:ea typeface="微软雅黑" pitchFamily="34" charset="-122"/>
              </a:rPr>
              <a:t>项目团队</a:t>
            </a:r>
            <a:r>
              <a:rPr lang="en-US" altLang="zh-CN" b="1" dirty="0">
                <a:solidFill>
                  <a:srgbClr val="DB6A03"/>
                </a:solidFill>
                <a:ea typeface="微软雅黑" pitchFamily="34" charset="-122"/>
              </a:rPr>
              <a:t>Project Team</a:t>
            </a:r>
          </a:p>
        </p:txBody>
      </p:sp>
      <p:sp>
        <p:nvSpPr>
          <p:cNvPr id="14" name="Rectangle 8">
            <a:extLst>
              <a:ext uri="{FF2B5EF4-FFF2-40B4-BE49-F238E27FC236}">
                <a16:creationId xmlns:a16="http://schemas.microsoft.com/office/drawing/2014/main" xmlns="" id="{2FA75AB2-F309-4DAD-878C-2A59E7CE35E6}"/>
              </a:ext>
            </a:extLst>
          </p:cNvPr>
          <p:cNvSpPr>
            <a:spLocks noChangeArrowheads="1"/>
          </p:cNvSpPr>
          <p:nvPr/>
        </p:nvSpPr>
        <p:spPr bwMode="auto">
          <a:xfrm>
            <a:off x="2728022" y="4624882"/>
            <a:ext cx="814701" cy="548640"/>
          </a:xfrm>
          <a:prstGeom prst="rect">
            <a:avLst/>
          </a:prstGeom>
          <a:solidFill>
            <a:srgbClr val="FC9127"/>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FFFFFF"/>
                </a:solidFill>
                <a:ea typeface="微软雅黑" pitchFamily="34" charset="-122"/>
                <a:cs typeface="Arial" pitchFamily="34" charset="0"/>
              </a:rPr>
              <a:t>6</a:t>
            </a:r>
            <a:endParaRPr lang="en-US" altLang="zh-CN" sz="1800" dirty="0">
              <a:solidFill>
                <a:srgbClr val="FFFFFF"/>
              </a:solidFill>
              <a:ea typeface="微软雅黑" pitchFamily="34" charset="-122"/>
              <a:cs typeface="Arial" pitchFamily="34" charset="0"/>
            </a:endParaRPr>
          </a:p>
        </p:txBody>
      </p:sp>
      <p:sp>
        <p:nvSpPr>
          <p:cNvPr id="15" name="Rectangle 5">
            <a:extLst>
              <a:ext uri="{FF2B5EF4-FFF2-40B4-BE49-F238E27FC236}">
                <a16:creationId xmlns:a16="http://schemas.microsoft.com/office/drawing/2014/main" xmlns="" id="{B20B0CB0-034C-4E7D-A9A4-8FC43CA0A59D}"/>
              </a:ext>
            </a:extLst>
          </p:cNvPr>
          <p:cNvSpPr>
            <a:spLocks noChangeArrowheads="1"/>
          </p:cNvSpPr>
          <p:nvPr/>
        </p:nvSpPr>
        <p:spPr bwMode="gray">
          <a:xfrm>
            <a:off x="3626932" y="4629915"/>
            <a:ext cx="5773407" cy="548640"/>
          </a:xfrm>
          <a:prstGeom prst="rect">
            <a:avLst/>
          </a:prstGeom>
          <a:solidFill>
            <a:srgbClr val="FF9328"/>
          </a:solidFill>
          <a:ln>
            <a:noFill/>
          </a:ln>
        </p:spPr>
        <p:txBody>
          <a:bodyPr lIns="180000" tIns="46800" rIns="72000" bIns="46800" anchor="ctr"/>
          <a:lstStyle/>
          <a:p>
            <a:pPr eaLnBrk="0" latinLnBrk="1" hangingPunct="0">
              <a:buClr>
                <a:srgbClr val="006600"/>
              </a:buClr>
              <a:buSzPct val="85000"/>
            </a:pPr>
            <a:r>
              <a:rPr lang="zh-CN" altLang="en-US" b="1" dirty="0">
                <a:solidFill>
                  <a:schemeClr val="bg1"/>
                </a:solidFill>
                <a:ea typeface="微软雅黑" pitchFamily="34" charset="-122"/>
              </a:rPr>
              <a:t>项目沟通</a:t>
            </a:r>
            <a:r>
              <a:rPr lang="en-US" altLang="zh-CN" b="1" dirty="0">
                <a:solidFill>
                  <a:schemeClr val="bg1"/>
                </a:solidFill>
                <a:ea typeface="微软雅黑" pitchFamily="34" charset="-122"/>
              </a:rPr>
              <a:t>-</a:t>
            </a:r>
            <a:r>
              <a:rPr lang="zh-CN" altLang="en-US" b="1" dirty="0">
                <a:solidFill>
                  <a:schemeClr val="bg1"/>
                </a:solidFill>
                <a:ea typeface="微软雅黑" pitchFamily="34" charset="-122"/>
              </a:rPr>
              <a:t>工具 </a:t>
            </a:r>
            <a:r>
              <a:rPr lang="en-US" altLang="zh-CN" b="1" dirty="0">
                <a:solidFill>
                  <a:schemeClr val="bg1"/>
                </a:solidFill>
                <a:ea typeface="微软雅黑" pitchFamily="34" charset="-122"/>
              </a:rPr>
              <a:t>Project Communication- Tools</a:t>
            </a:r>
            <a:endParaRPr lang="zh-CN" altLang="en-US" sz="1800" b="1" dirty="0">
              <a:solidFill>
                <a:schemeClr val="bg1"/>
              </a:solidFill>
              <a:ea typeface="微软雅黑" pitchFamily="34" charset="-122"/>
            </a:endParaRPr>
          </a:p>
        </p:txBody>
      </p:sp>
      <p:sp>
        <p:nvSpPr>
          <p:cNvPr id="16" name="Rectangle 8">
            <a:extLst>
              <a:ext uri="{FF2B5EF4-FFF2-40B4-BE49-F238E27FC236}">
                <a16:creationId xmlns:a16="http://schemas.microsoft.com/office/drawing/2014/main" xmlns="" id="{2FA75AB2-F309-4DAD-878C-2A59E7CE35E6}"/>
              </a:ext>
            </a:extLst>
          </p:cNvPr>
          <p:cNvSpPr>
            <a:spLocks noChangeArrowheads="1"/>
          </p:cNvSpPr>
          <p:nvPr/>
        </p:nvSpPr>
        <p:spPr bwMode="auto">
          <a:xfrm>
            <a:off x="2728022" y="3963790"/>
            <a:ext cx="814701" cy="548640"/>
          </a:xfrm>
          <a:prstGeom prst="rect">
            <a:avLst/>
          </a:prstGeom>
          <a:solidFill>
            <a:srgbClr val="FC9127"/>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FFFFFF"/>
                </a:solidFill>
                <a:ea typeface="微软雅黑" pitchFamily="34" charset="-122"/>
                <a:cs typeface="Arial" pitchFamily="34" charset="0"/>
              </a:rPr>
              <a:t>5</a:t>
            </a:r>
            <a:endParaRPr lang="en-US" altLang="zh-CN" sz="1800" dirty="0">
              <a:solidFill>
                <a:srgbClr val="FFFFFF"/>
              </a:solidFill>
              <a:ea typeface="微软雅黑" pitchFamily="34" charset="-122"/>
              <a:cs typeface="Arial" pitchFamily="34" charset="0"/>
            </a:endParaRPr>
          </a:p>
        </p:txBody>
      </p:sp>
      <p:sp>
        <p:nvSpPr>
          <p:cNvPr id="19" name="Rectangle 5">
            <a:extLst>
              <a:ext uri="{FF2B5EF4-FFF2-40B4-BE49-F238E27FC236}">
                <a16:creationId xmlns:a16="http://schemas.microsoft.com/office/drawing/2014/main" xmlns="" id="{B20B0CB0-034C-4E7D-A9A4-8FC43CA0A59D}"/>
              </a:ext>
            </a:extLst>
          </p:cNvPr>
          <p:cNvSpPr>
            <a:spLocks noChangeArrowheads="1"/>
          </p:cNvSpPr>
          <p:nvPr/>
        </p:nvSpPr>
        <p:spPr bwMode="gray">
          <a:xfrm>
            <a:off x="3626932" y="3984881"/>
            <a:ext cx="5773407" cy="548640"/>
          </a:xfrm>
          <a:prstGeom prst="rect">
            <a:avLst/>
          </a:prstGeom>
          <a:solidFill>
            <a:srgbClr val="FF9328"/>
          </a:solidFill>
          <a:ln>
            <a:noFill/>
          </a:ln>
        </p:spPr>
        <p:txBody>
          <a:bodyPr lIns="180000" tIns="46800" rIns="72000" bIns="46800" anchor="ctr"/>
          <a:lstStyle/>
          <a:p>
            <a:pPr eaLnBrk="0" latinLnBrk="1" hangingPunct="0">
              <a:buClr>
                <a:srgbClr val="006600"/>
              </a:buClr>
              <a:buSzPct val="85000"/>
            </a:pPr>
            <a:r>
              <a:rPr lang="zh-CN" altLang="en-US" b="1" dirty="0">
                <a:solidFill>
                  <a:schemeClr val="bg1"/>
                </a:solidFill>
                <a:ea typeface="微软雅黑" pitchFamily="34" charset="-122"/>
              </a:rPr>
              <a:t>项目沟通 </a:t>
            </a:r>
            <a:r>
              <a:rPr lang="en-US" altLang="zh-CN" b="1" dirty="0">
                <a:solidFill>
                  <a:schemeClr val="bg1"/>
                </a:solidFill>
                <a:ea typeface="微软雅黑" pitchFamily="34" charset="-122"/>
              </a:rPr>
              <a:t>Project Communication </a:t>
            </a:r>
            <a:endParaRPr lang="zh-CN" altLang="en-US" b="1" dirty="0">
              <a:solidFill>
                <a:schemeClr val="bg1"/>
              </a:solidFill>
              <a:ea typeface="微软雅黑" pitchFamily="34" charset="-122"/>
            </a:endParaRPr>
          </a:p>
        </p:txBody>
      </p:sp>
      <p:sp>
        <p:nvSpPr>
          <p:cNvPr id="22" name="Rectangle 5">
            <a:extLst>
              <a:ext uri="{FF2B5EF4-FFF2-40B4-BE49-F238E27FC236}">
                <a16:creationId xmlns:a16="http://schemas.microsoft.com/office/drawing/2014/main" xmlns="" id="{B20B0CB0-034C-4E7D-A9A4-8FC43CA0A59D}"/>
              </a:ext>
            </a:extLst>
          </p:cNvPr>
          <p:cNvSpPr>
            <a:spLocks noChangeArrowheads="1"/>
          </p:cNvSpPr>
          <p:nvPr/>
        </p:nvSpPr>
        <p:spPr bwMode="gray">
          <a:xfrm>
            <a:off x="3626932" y="3339847"/>
            <a:ext cx="5773407" cy="548640"/>
          </a:xfrm>
          <a:prstGeom prst="rect">
            <a:avLst/>
          </a:prstGeom>
          <a:solidFill>
            <a:srgbClr val="FF9328"/>
          </a:solidFill>
          <a:ln>
            <a:noFill/>
          </a:ln>
        </p:spPr>
        <p:txBody>
          <a:bodyPr lIns="180000" tIns="46800" rIns="72000" bIns="46800" anchor="ctr"/>
          <a:lstStyle/>
          <a:p>
            <a:pPr eaLnBrk="0" latinLnBrk="1" hangingPunct="0">
              <a:buClr>
                <a:srgbClr val="006600"/>
              </a:buClr>
              <a:buSzPct val="85000"/>
            </a:pPr>
            <a:r>
              <a:rPr lang="zh-CN" altLang="en-US" b="1" dirty="0" smtClean="0">
                <a:solidFill>
                  <a:schemeClr val="bg1"/>
                </a:solidFill>
                <a:ea typeface="微软雅黑" pitchFamily="34" charset="-122"/>
              </a:rPr>
              <a:t>项</a:t>
            </a:r>
            <a:r>
              <a:rPr lang="zh-CN" altLang="en-US" b="1" dirty="0">
                <a:solidFill>
                  <a:schemeClr val="bg1"/>
                </a:solidFill>
                <a:ea typeface="微软雅黑" pitchFamily="34" charset="-122"/>
              </a:rPr>
              <a:t>目组织 </a:t>
            </a:r>
            <a:r>
              <a:rPr lang="en-US" altLang="zh-CN" b="1" dirty="0">
                <a:solidFill>
                  <a:schemeClr val="bg1"/>
                </a:solidFill>
                <a:ea typeface="微软雅黑" pitchFamily="34" charset="-122"/>
              </a:rPr>
              <a:t>Project Organization</a:t>
            </a:r>
            <a:endParaRPr lang="zh-CN" altLang="en-US" sz="1800" b="1" dirty="0">
              <a:solidFill>
                <a:schemeClr val="bg1"/>
              </a:solidFill>
              <a:ea typeface="微软雅黑" pitchFamily="34" charset="-122"/>
            </a:endParaRPr>
          </a:p>
        </p:txBody>
      </p:sp>
      <p:sp>
        <p:nvSpPr>
          <p:cNvPr id="23" name="Rectangle 8">
            <a:extLst>
              <a:ext uri="{FF2B5EF4-FFF2-40B4-BE49-F238E27FC236}">
                <a16:creationId xmlns:a16="http://schemas.microsoft.com/office/drawing/2014/main" xmlns="" id="{2FA75AB2-F309-4DAD-878C-2A59E7CE35E6}"/>
              </a:ext>
            </a:extLst>
          </p:cNvPr>
          <p:cNvSpPr>
            <a:spLocks noChangeArrowheads="1"/>
          </p:cNvSpPr>
          <p:nvPr/>
        </p:nvSpPr>
        <p:spPr bwMode="auto">
          <a:xfrm>
            <a:off x="2728021" y="3324256"/>
            <a:ext cx="814701" cy="548640"/>
          </a:xfrm>
          <a:prstGeom prst="rect">
            <a:avLst/>
          </a:prstGeom>
          <a:solidFill>
            <a:srgbClr val="FC9127"/>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rgbClr val="FFFFFF"/>
                </a:solidFill>
                <a:ea typeface="微软雅黑" pitchFamily="34" charset="-122"/>
                <a:cs typeface="Arial" pitchFamily="34" charset="0"/>
              </a:rPr>
              <a:t>4</a:t>
            </a:r>
            <a:endParaRPr lang="en-US" altLang="zh-CN" sz="1800" dirty="0">
              <a:solidFill>
                <a:srgbClr val="FFFFFF"/>
              </a:solidFill>
              <a:ea typeface="微软雅黑" pitchFamily="34" charset="-122"/>
              <a:cs typeface="Arial" pitchFamily="34" charset="0"/>
            </a:endParaRPr>
          </a:p>
        </p:txBody>
      </p:sp>
      <p:sp>
        <p:nvSpPr>
          <p:cNvPr id="26" name="Rectangle 8">
            <a:extLst>
              <a:ext uri="{FF2B5EF4-FFF2-40B4-BE49-F238E27FC236}">
                <a16:creationId xmlns:a16="http://schemas.microsoft.com/office/drawing/2014/main" xmlns="" id="{5BFE36D3-9A88-44FB-B11C-F9E300E6BA3F}"/>
              </a:ext>
            </a:extLst>
          </p:cNvPr>
          <p:cNvSpPr>
            <a:spLocks noChangeArrowheads="1"/>
          </p:cNvSpPr>
          <p:nvPr/>
        </p:nvSpPr>
        <p:spPr bwMode="auto">
          <a:xfrm>
            <a:off x="2717005" y="5285974"/>
            <a:ext cx="814701" cy="548640"/>
          </a:xfrm>
          <a:prstGeom prst="rect">
            <a:avLst/>
          </a:prstGeom>
          <a:solidFill>
            <a:srgbClr val="FF9328"/>
          </a:solidFill>
          <a:ln>
            <a:noFill/>
          </a:ln>
        </p:spPr>
        <p:txBody>
          <a:bodyPr wrap="none" lIns="0" tIns="0" rIns="0" bIns="0" anchor="ctr"/>
          <a:lstStyle/>
          <a:p>
            <a:pPr algn="ctr" latinLnBrk="1" hangingPunct="0">
              <a:buClr>
                <a:srgbClr val="006600"/>
              </a:buClr>
              <a:buSzPct val="85000"/>
              <a:buFont typeface="Wingdings" pitchFamily="2" charset="2"/>
              <a:buNone/>
            </a:pPr>
            <a:r>
              <a:rPr lang="en-US" altLang="zh-CN" dirty="0">
                <a:solidFill>
                  <a:schemeClr val="bg2"/>
                </a:solidFill>
                <a:ea typeface="微软雅黑" pitchFamily="34" charset="-122"/>
                <a:cs typeface="Arial" pitchFamily="34" charset="0"/>
              </a:rPr>
              <a:t>7</a:t>
            </a:r>
            <a:endParaRPr lang="en-US" altLang="zh-CN" sz="1800" dirty="0">
              <a:solidFill>
                <a:schemeClr val="bg2"/>
              </a:solidFill>
              <a:ea typeface="微软雅黑" pitchFamily="34" charset="-122"/>
              <a:cs typeface="Arial" pitchFamily="34" charset="0"/>
            </a:endParaRPr>
          </a:p>
        </p:txBody>
      </p:sp>
      <p:sp>
        <p:nvSpPr>
          <p:cNvPr id="27" name="Rectangle 5">
            <a:extLst>
              <a:ext uri="{FF2B5EF4-FFF2-40B4-BE49-F238E27FC236}">
                <a16:creationId xmlns:a16="http://schemas.microsoft.com/office/drawing/2014/main" xmlns="" id="{B20B0CB0-034C-4E7D-A9A4-8FC43CA0A59D}"/>
              </a:ext>
            </a:extLst>
          </p:cNvPr>
          <p:cNvSpPr>
            <a:spLocks noChangeArrowheads="1"/>
          </p:cNvSpPr>
          <p:nvPr/>
        </p:nvSpPr>
        <p:spPr bwMode="gray">
          <a:xfrm>
            <a:off x="3626932" y="5285974"/>
            <a:ext cx="5773407" cy="548640"/>
          </a:xfrm>
          <a:prstGeom prst="rect">
            <a:avLst/>
          </a:prstGeom>
          <a:solidFill>
            <a:srgbClr val="FF9328"/>
          </a:solidFill>
          <a:ln>
            <a:noFill/>
          </a:ln>
        </p:spPr>
        <p:txBody>
          <a:bodyPr lIns="180000" tIns="46800" rIns="72000" bIns="46800" anchor="ctr"/>
          <a:lstStyle/>
          <a:p>
            <a:pPr eaLnBrk="0" latinLnBrk="1" hangingPunct="0">
              <a:buClr>
                <a:srgbClr val="006600"/>
              </a:buClr>
              <a:buSzPct val="85000"/>
            </a:pPr>
            <a:r>
              <a:rPr lang="zh-CN" altLang="en-US" b="1" dirty="0">
                <a:solidFill>
                  <a:schemeClr val="bg2"/>
                </a:solidFill>
                <a:latin typeface="微软雅黑" panose="020B0503020204020204" pitchFamily="34" charset="-122"/>
                <a:ea typeface="微软雅黑" panose="020B0503020204020204" pitchFamily="34" charset="-122"/>
              </a:rPr>
              <a:t>角色与职责 </a:t>
            </a:r>
            <a:r>
              <a:rPr lang="en-US" altLang="zh-CN" b="1" dirty="0">
                <a:solidFill>
                  <a:schemeClr val="bg2"/>
                </a:solidFill>
                <a:latin typeface="微软雅黑" panose="020B0503020204020204" pitchFamily="34" charset="-122"/>
                <a:ea typeface="微软雅黑" panose="020B0503020204020204" pitchFamily="34" charset="-122"/>
              </a:rPr>
              <a:t>Project R&amp;R </a:t>
            </a:r>
            <a:endParaRPr lang="zh-CN" altLang="en-US" sz="1800" b="1" dirty="0">
              <a:solidFill>
                <a:schemeClr val="bg2"/>
              </a:solidFill>
              <a:ea typeface="微软雅黑" pitchFamily="34" charset="-122"/>
            </a:endParaRPr>
          </a:p>
        </p:txBody>
      </p:sp>
    </p:spTree>
    <p:extLst>
      <p:ext uri="{BB962C8B-B14F-4D97-AF65-F5344CB8AC3E}">
        <p14:creationId xmlns:p14="http://schemas.microsoft.com/office/powerpoint/2010/main" val="3412908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234" y="1"/>
            <a:ext cx="11056253" cy="844889"/>
          </a:xfrm>
        </p:spPr>
        <p:txBody>
          <a:bodyPr>
            <a:normAutofit fontScale="90000"/>
          </a:bodyPr>
          <a:lstStyle/>
          <a:p>
            <a:r>
              <a:rPr lang="zh-CN" altLang="en-US" dirty="0" smtClean="0">
                <a:latin typeface="微软雅黑" panose="020B0503020204020204" pitchFamily="34" charset="-122"/>
                <a:ea typeface="微软雅黑" panose="020B0503020204020204" pitchFamily="34" charset="-122"/>
              </a:rPr>
              <a:t>                       项</a:t>
            </a:r>
            <a:r>
              <a:rPr lang="zh-CN" altLang="en-US" dirty="0">
                <a:latin typeface="微软雅黑" panose="020B0503020204020204" pitchFamily="34" charset="-122"/>
                <a:ea typeface="微软雅黑" panose="020B0503020204020204" pitchFamily="34" charset="-122"/>
              </a:rPr>
              <a:t>目组织 </a:t>
            </a:r>
            <a:r>
              <a:rPr lang="en-US" altLang="zh-CN" dirty="0">
                <a:latin typeface="微软雅黑" panose="020B0503020204020204" pitchFamily="34" charset="-122"/>
                <a:ea typeface="微软雅黑" panose="020B0503020204020204" pitchFamily="34" charset="-122"/>
              </a:rPr>
              <a:t>Project Organization</a:t>
            </a:r>
            <a:r>
              <a:rPr lang="zh-CN" altLang="en-US" dirty="0">
                <a:latin typeface="+mj-ea"/>
              </a:rPr>
              <a:t/>
            </a:r>
            <a:br>
              <a:rPr lang="zh-CN" altLang="en-US" dirty="0">
                <a:latin typeface="+mj-ea"/>
              </a:rPr>
            </a:br>
            <a:r>
              <a:rPr lang="zh-CN" altLang="en-US" dirty="0" smtClean="0">
                <a:latin typeface="+mj-ea"/>
              </a:rPr>
              <a:t> </a:t>
            </a:r>
            <a:endParaRPr lang="en-IN" dirty="0"/>
          </a:p>
        </p:txBody>
      </p:sp>
      <p:sp>
        <p:nvSpPr>
          <p:cNvPr id="3" name="标题 1"/>
          <p:cNvSpPr txBox="1">
            <a:spLocks/>
          </p:cNvSpPr>
          <p:nvPr/>
        </p:nvSpPr>
        <p:spPr>
          <a:xfrm>
            <a:off x="3774631" y="210243"/>
            <a:ext cx="10850563" cy="652921"/>
          </a:xfrm>
          <a:prstGeom prst="rect">
            <a:avLst/>
          </a:prstGeom>
        </p:spPr>
        <p:txBody>
          <a:bodyPr vert="horz" lIns="91440" tIns="45720" rIns="91440" bIns="45720" rtlCol="0" anchor="b">
            <a:normAutofit/>
          </a:bodyPr>
          <a:lst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a:lstStyle>
          <a:p>
            <a:endParaRPr lang="zh-CN" altLang="en-US" sz="2400" dirty="0">
              <a:latin typeface="+mj-ea"/>
            </a:endParaRPr>
          </a:p>
        </p:txBody>
      </p:sp>
      <p:sp>
        <p:nvSpPr>
          <p:cNvPr id="4" name="Rectangle 9">
            <a:extLst>
              <a:ext uri="{FF2B5EF4-FFF2-40B4-BE49-F238E27FC236}">
                <a16:creationId xmlns="" xmlns:a16="http://schemas.microsoft.com/office/drawing/2014/main" id="{F5C3E0C9-8A73-404B-A4D3-D1152812BE18}"/>
              </a:ext>
            </a:extLst>
          </p:cNvPr>
          <p:cNvSpPr>
            <a:spLocks noChangeArrowheads="1"/>
          </p:cNvSpPr>
          <p:nvPr/>
        </p:nvSpPr>
        <p:spPr bwMode="auto">
          <a:xfrm>
            <a:off x="4781108" y="1300174"/>
            <a:ext cx="2855008" cy="27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00" tIns="54401" rIns="108800" bIns="54401"/>
          <a:lstStyle/>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GB" altLang="zh-CN" sz="1600" dirty="0" smtClean="0">
                <a:solidFill>
                  <a:srgbClr val="000000"/>
                </a:solidFill>
                <a:latin typeface="微软雅黑" panose="020B0503020204020204" pitchFamily="34" charset="-122"/>
                <a:ea typeface="微软雅黑" panose="020B0503020204020204" pitchFamily="34" charset="-122"/>
                <a:cs typeface="微软雅黑" charset="0"/>
              </a:rPr>
              <a:t>IT</a:t>
            </a:r>
            <a:endParaRPr lang="zh-CN" altLang="en-GB" sz="1600" dirty="0">
              <a:solidFill>
                <a:srgbClr val="000000"/>
              </a:solidFill>
              <a:latin typeface="微软雅黑" panose="020B0503020204020204" pitchFamily="34" charset="-122"/>
              <a:ea typeface="微软雅黑" panose="020B0503020204020204" pitchFamily="34" charset="-122"/>
              <a:cs typeface="微软雅黑" charset="0"/>
            </a:endParaRPr>
          </a:p>
        </p:txBody>
      </p:sp>
      <p:sp>
        <p:nvSpPr>
          <p:cNvPr id="5" name="Rectangle 10">
            <a:extLst>
              <a:ext uri="{FF2B5EF4-FFF2-40B4-BE49-F238E27FC236}">
                <a16:creationId xmlns="" xmlns:a16="http://schemas.microsoft.com/office/drawing/2014/main" id="{19B6DAFC-99A8-AC46-A84B-2DA2D46DC801}"/>
              </a:ext>
            </a:extLst>
          </p:cNvPr>
          <p:cNvSpPr>
            <a:spLocks noChangeArrowheads="1"/>
          </p:cNvSpPr>
          <p:nvPr/>
        </p:nvSpPr>
        <p:spPr bwMode="auto">
          <a:xfrm>
            <a:off x="3961911" y="1079868"/>
            <a:ext cx="4603895" cy="290433"/>
          </a:xfrm>
          <a:prstGeom prst="rect">
            <a:avLst/>
          </a:prstGeom>
          <a:solidFill>
            <a:srgbClr val="4F81BD">
              <a:lumMod val="75000"/>
            </a:srgbClr>
          </a:solidFill>
          <a:ln>
            <a:noFill/>
          </a:ln>
        </p:spPr>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zh-CN" altLang="en-GB" sz="1449" b="1" kern="0" dirty="0">
                <a:solidFill>
                  <a:srgbClr val="FFFFFF"/>
                </a:solidFill>
                <a:latin typeface="微软雅黑" panose="020B0503020204020204" pitchFamily="34" charset="-122"/>
                <a:ea typeface="微软雅黑" panose="020B0503020204020204" pitchFamily="34" charset="-122"/>
                <a:cs typeface="微软雅黑" charset="0"/>
              </a:rPr>
              <a:t>Project </a:t>
            </a:r>
            <a:r>
              <a:rPr lang="zh-TW" altLang="en-US" sz="1449" b="1" kern="0" dirty="0" smtClean="0">
                <a:solidFill>
                  <a:srgbClr val="FFFFFF"/>
                </a:solidFill>
                <a:latin typeface="微软雅黑" panose="020B0503020204020204" pitchFamily="34" charset="-122"/>
                <a:ea typeface="微软雅黑" panose="020B0503020204020204" pitchFamily="34" charset="-122"/>
                <a:cs typeface="微软雅黑" charset="0"/>
              </a:rPr>
              <a:t>Sponsors</a:t>
            </a:r>
            <a:endParaRPr lang="zh-CN" altLang="en-GB" sz="1449" b="1" kern="0" dirty="0">
              <a:solidFill>
                <a:srgbClr val="FFFFFF"/>
              </a:solidFill>
              <a:latin typeface="微软雅黑" panose="020B0503020204020204" pitchFamily="34" charset="-122"/>
              <a:ea typeface="微软雅黑" panose="020B0503020204020204" pitchFamily="34" charset="-122"/>
              <a:cs typeface="微软雅黑" charset="0"/>
            </a:endParaRPr>
          </a:p>
        </p:txBody>
      </p:sp>
      <p:sp>
        <p:nvSpPr>
          <p:cNvPr id="6" name="Rectangle 37">
            <a:extLst>
              <a:ext uri="{FF2B5EF4-FFF2-40B4-BE49-F238E27FC236}">
                <a16:creationId xmlns="" xmlns:a16="http://schemas.microsoft.com/office/drawing/2014/main" id="{0D3DE909-6DB0-C945-932D-31764274D12F}"/>
              </a:ext>
            </a:extLst>
          </p:cNvPr>
          <p:cNvSpPr>
            <a:spLocks noChangeArrowheads="1"/>
          </p:cNvSpPr>
          <p:nvPr/>
        </p:nvSpPr>
        <p:spPr bwMode="auto">
          <a:xfrm>
            <a:off x="4178384" y="1932622"/>
            <a:ext cx="4146487" cy="235369"/>
          </a:xfrm>
          <a:prstGeom prst="rect">
            <a:avLst/>
          </a:prstGeom>
          <a:solidFill>
            <a:srgbClr val="4F81BD">
              <a:lumMod val="75000"/>
            </a:srgbClr>
          </a:solidFill>
          <a:ln>
            <a:noFill/>
          </a:ln>
        </p:spPr>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zh-CN" altLang="en-GB" sz="1449" b="1" kern="0" dirty="0">
                <a:solidFill>
                  <a:srgbClr val="FFFFFF"/>
                </a:solidFill>
                <a:latin typeface="微软雅黑" panose="020B0503020204020204" pitchFamily="34" charset="-122"/>
                <a:ea typeface="微软雅黑" panose="020B0503020204020204" pitchFamily="34" charset="-122"/>
                <a:cs typeface="微软雅黑" charset="0"/>
              </a:rPr>
              <a:t>Project Group Management </a:t>
            </a:r>
            <a:r>
              <a:rPr lang="zh-CN" altLang="en-US" sz="1449" b="1" kern="0" dirty="0">
                <a:solidFill>
                  <a:srgbClr val="FFFFFF"/>
                </a:solidFill>
                <a:latin typeface="微软雅黑" panose="020B0503020204020204" pitchFamily="34" charset="-122"/>
                <a:ea typeface="微软雅黑" panose="020B0503020204020204" pitchFamily="34" charset="-122"/>
                <a:cs typeface="微软雅黑" charset="0"/>
              </a:rPr>
              <a:t>Office </a:t>
            </a:r>
            <a:r>
              <a:rPr lang="en-US" altLang="zh-CN" sz="1449" b="1" kern="0" dirty="0">
                <a:solidFill>
                  <a:srgbClr val="FFFFFF"/>
                </a:solidFill>
                <a:latin typeface="微软雅黑" panose="020B0503020204020204" pitchFamily="34" charset="-122"/>
                <a:ea typeface="微软雅黑" panose="020B0503020204020204" pitchFamily="34" charset="-122"/>
                <a:cs typeface="微软雅黑" charset="0"/>
              </a:rPr>
              <a:t>(PMO)</a:t>
            </a:r>
            <a:endParaRPr lang="en-GB" altLang="zh-CN" sz="1449" b="1" kern="0" dirty="0">
              <a:solidFill>
                <a:srgbClr val="FFFFFF"/>
              </a:solidFill>
              <a:latin typeface="微软雅黑" panose="020B0503020204020204" pitchFamily="34" charset="-122"/>
              <a:ea typeface="微软雅黑" panose="020B0503020204020204" pitchFamily="34" charset="-122"/>
              <a:cs typeface="微软雅黑" charset="0"/>
            </a:endParaRPr>
          </a:p>
        </p:txBody>
      </p:sp>
      <p:sp>
        <p:nvSpPr>
          <p:cNvPr id="7" name="矩形 8">
            <a:extLst>
              <a:ext uri="{FF2B5EF4-FFF2-40B4-BE49-F238E27FC236}">
                <a16:creationId xmlns="" xmlns:a16="http://schemas.microsoft.com/office/drawing/2014/main" id="{2BA65BC8-D98F-5E41-82D6-ACFA20A1581B}"/>
              </a:ext>
            </a:extLst>
          </p:cNvPr>
          <p:cNvSpPr>
            <a:spLocks noChangeArrowheads="1"/>
          </p:cNvSpPr>
          <p:nvPr/>
        </p:nvSpPr>
        <p:spPr bwMode="auto">
          <a:xfrm>
            <a:off x="4182103" y="2167149"/>
            <a:ext cx="4133715" cy="603955"/>
          </a:xfrm>
          <a:prstGeom prst="rect">
            <a:avLst/>
          </a:prstGeom>
          <a:noFill/>
          <a:ln w="9525">
            <a:solidFill>
              <a:srgbClr val="4F81BD"/>
            </a:solidFill>
            <a:round/>
            <a:headEnd/>
            <a:tailEnd/>
          </a:ln>
          <a:extLst>
            <a:ext uri="{909E8E84-426E-40DD-AFC4-6F175D3DCCD1}">
              <a14:hiddenFill xmlns:a14="http://schemas.microsoft.com/office/drawing/2010/main">
                <a:solidFill>
                  <a:srgbClr val="FFFFFF"/>
                </a:solidFill>
              </a14:hiddenFill>
            </a:ext>
          </a:extLst>
        </p:spPr>
        <p:txBody>
          <a:bodyPr lIns="54401" tIns="54401" rIns="54401" bIns="54401" anchor="ctr"/>
          <a:lstStyle/>
          <a:p>
            <a:pP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zh-CN" altLang="en-US" sz="1100" dirty="0" smtClean="0">
                <a:latin typeface="微软雅黑" panose="020B0503020204020204" pitchFamily="34" charset="-122"/>
                <a:ea typeface="微软雅黑" panose="020B0503020204020204" pitchFamily="34" charset="-122"/>
                <a:cs typeface="微软雅黑" charset="0"/>
              </a:rPr>
              <a:t>              Project </a:t>
            </a:r>
            <a:r>
              <a:rPr lang="zh-CN" altLang="en-US" sz="1100" dirty="0">
                <a:latin typeface="微软雅黑" panose="020B0503020204020204" pitchFamily="34" charset="-122"/>
                <a:ea typeface="微软雅黑" panose="020B0503020204020204" pitchFamily="34" charset="-122"/>
                <a:cs typeface="微软雅黑" charset="0"/>
              </a:rPr>
              <a:t>Director: </a:t>
            </a:r>
            <a:r>
              <a:rPr lang="en-US" altLang="zh-CN" sz="1100" dirty="0" smtClean="0">
                <a:latin typeface="微软雅黑" panose="020B0503020204020204" pitchFamily="34" charset="-122"/>
                <a:ea typeface="微软雅黑" panose="020B0503020204020204" pitchFamily="34" charset="-122"/>
                <a:cs typeface="微软雅黑" charset="0"/>
              </a:rPr>
              <a:t>Chandra (IT) </a:t>
            </a:r>
            <a:r>
              <a:rPr lang="en-US" altLang="zh-CN" sz="1100" dirty="0" smtClean="0">
                <a:latin typeface="微软雅黑" panose="020B0503020204020204" pitchFamily="34" charset="-122"/>
                <a:ea typeface="微软雅黑" panose="020B0503020204020204" pitchFamily="34" charset="-122"/>
                <a:cs typeface="微软雅黑" charset="0"/>
              </a:rPr>
              <a:t>        </a:t>
            </a:r>
            <a:endParaRPr lang="en-US" altLang="zh-CN" sz="1100" dirty="0">
              <a:latin typeface="微软雅黑" panose="020B0503020204020204" pitchFamily="34" charset="-122"/>
              <a:ea typeface="微软雅黑" panose="020B0503020204020204" pitchFamily="34" charset="-122"/>
              <a:cs typeface="微软雅黑" charset="0"/>
            </a:endParaRPr>
          </a:p>
          <a:p>
            <a:pP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CN" sz="1100" dirty="0">
                <a:latin typeface="微软雅黑" panose="020B0503020204020204" pitchFamily="34" charset="-122"/>
                <a:ea typeface="微软雅黑" panose="020B0503020204020204" pitchFamily="34" charset="-122"/>
                <a:cs typeface="微软雅黑" charset="0"/>
              </a:rPr>
              <a:t> </a:t>
            </a:r>
            <a:r>
              <a:rPr lang="en-US" altLang="zh-CN" sz="1100" dirty="0" smtClean="0">
                <a:latin typeface="微软雅黑" panose="020B0503020204020204" pitchFamily="34" charset="-122"/>
                <a:ea typeface="微软雅黑" panose="020B0503020204020204" pitchFamily="34" charset="-122"/>
                <a:cs typeface="微软雅黑" charset="0"/>
              </a:rPr>
              <a:t>            </a:t>
            </a:r>
            <a:r>
              <a:rPr lang="zh-CN" altLang="en-US" sz="1100" dirty="0" smtClean="0">
                <a:latin typeface="微软雅黑" panose="020B0503020204020204" pitchFamily="34" charset="-122"/>
                <a:ea typeface="微软雅黑" panose="020B0503020204020204" pitchFamily="34" charset="-122"/>
                <a:cs typeface="微软雅黑" charset="0"/>
              </a:rPr>
              <a:t>Project </a:t>
            </a:r>
            <a:r>
              <a:rPr lang="zh-CN" altLang="en-US" sz="1100" dirty="0">
                <a:latin typeface="微软雅黑" panose="020B0503020204020204" pitchFamily="34" charset="-122"/>
                <a:ea typeface="微软雅黑" panose="020B0503020204020204" pitchFamily="34" charset="-122"/>
                <a:cs typeface="微软雅黑" charset="0"/>
              </a:rPr>
              <a:t>Manager</a:t>
            </a:r>
            <a:r>
              <a:rPr lang="en-US" altLang="zh-CN" sz="1100" dirty="0">
                <a:latin typeface="微软雅黑" panose="020B0503020204020204" pitchFamily="34" charset="-122"/>
                <a:ea typeface="微软雅黑" panose="020B0503020204020204" pitchFamily="34" charset="-122"/>
                <a:cs typeface="微软雅黑" charset="0"/>
              </a:rPr>
              <a:t>-APC: Chandra </a:t>
            </a:r>
            <a:r>
              <a:rPr lang="zh-CN" altLang="en-US" sz="1100" dirty="0">
                <a:latin typeface="微软雅黑" panose="020B0503020204020204" pitchFamily="34" charset="-122"/>
                <a:ea typeface="微软雅黑" panose="020B0503020204020204" pitchFamily="34" charset="-122"/>
                <a:cs typeface="微软雅黑" charset="0"/>
              </a:rPr>
              <a:t>(</a:t>
            </a:r>
            <a:r>
              <a:rPr lang="en-US" altLang="zh-CN" sz="1100" dirty="0">
                <a:latin typeface="微软雅黑" panose="020B0503020204020204" pitchFamily="34" charset="-122"/>
                <a:ea typeface="微软雅黑" panose="020B0503020204020204" pitchFamily="34" charset="-122"/>
                <a:cs typeface="微软雅黑" charset="0"/>
              </a:rPr>
              <a:t>IT</a:t>
            </a:r>
            <a:r>
              <a:rPr lang="zh-CN" altLang="en-US" sz="1100" dirty="0" smtClean="0">
                <a:latin typeface="微软雅黑" panose="020B0503020204020204" pitchFamily="34" charset="-122"/>
                <a:ea typeface="微软雅黑" panose="020B0503020204020204" pitchFamily="34" charset="-122"/>
                <a:cs typeface="微软雅黑" charset="0"/>
              </a:rPr>
              <a:t>) </a:t>
            </a:r>
            <a:endParaRPr lang="en-US" altLang="zh-TW" sz="1100" dirty="0">
              <a:latin typeface="微软雅黑" panose="020B0503020204020204" pitchFamily="34" charset="-122"/>
              <a:ea typeface="微软雅黑" panose="020B0503020204020204" pitchFamily="34" charset="-122"/>
              <a:cs typeface="微软雅黑" charset="0"/>
            </a:endParaRPr>
          </a:p>
        </p:txBody>
      </p:sp>
      <p:sp>
        <p:nvSpPr>
          <p:cNvPr id="8" name="矩形 51">
            <a:extLst>
              <a:ext uri="{FF2B5EF4-FFF2-40B4-BE49-F238E27FC236}">
                <a16:creationId xmlns="" xmlns:a16="http://schemas.microsoft.com/office/drawing/2014/main" id="{F47A9402-BB8E-024E-996B-AD38B2863928}"/>
              </a:ext>
            </a:extLst>
          </p:cNvPr>
          <p:cNvSpPr>
            <a:spLocks noChangeArrowheads="1"/>
          </p:cNvSpPr>
          <p:nvPr/>
        </p:nvSpPr>
        <p:spPr bwMode="auto">
          <a:xfrm>
            <a:off x="3952857" y="1088418"/>
            <a:ext cx="4603896" cy="554870"/>
          </a:xfrm>
          <a:prstGeom prst="rect">
            <a:avLst/>
          </a:prstGeom>
          <a:noFill/>
          <a:ln w="9525">
            <a:solidFill>
              <a:srgbClr val="4F81BD"/>
            </a:solidFill>
            <a:round/>
            <a:headEnd/>
            <a:tailEnd/>
          </a:ln>
          <a:extLst>
            <a:ext uri="{909E8E84-426E-40DD-AFC4-6F175D3DCCD1}">
              <a14:hiddenFill xmlns:a14="http://schemas.microsoft.com/office/drawing/2010/main">
                <a:solidFill>
                  <a:srgbClr val="FFFFFF"/>
                </a:solidFill>
              </a14:hiddenFill>
            </a:ext>
          </a:extLst>
        </p:spPr>
        <p:txBody>
          <a:bodyPr lIns="54401" tIns="54401" rIns="54401" bIns="54401" anchor="ctr"/>
          <a:lstStyle/>
          <a:p>
            <a:pPr marL="277663" indent="-277663" defTabSz="543995" eaLnBrk="0" fontAlgn="base" hangingPunct="0">
              <a:spcBef>
                <a:spcPct val="25000"/>
              </a:spcBef>
              <a:spcAft>
                <a:spcPct val="0"/>
              </a:spcAft>
              <a:buFontTx/>
              <a:buChar char="•"/>
              <a:defRPr/>
            </a:pPr>
            <a:endParaRPr lang="zh-CN" altLang="en-US" sz="1449" kern="0">
              <a:solidFill>
                <a:srgbClr val="FFFFFF"/>
              </a:solidFill>
              <a:latin typeface="微软雅黑" panose="020B0503020204020204" pitchFamily="34" charset="-122"/>
              <a:ea typeface="微软雅黑" panose="020B0503020204020204" pitchFamily="34" charset="-122"/>
              <a:cs typeface="微软雅黑" charset="0"/>
            </a:endParaRPr>
          </a:p>
        </p:txBody>
      </p:sp>
      <p:sp>
        <p:nvSpPr>
          <p:cNvPr id="9" name="Rectangle 106">
            <a:extLst>
              <a:ext uri="{FF2B5EF4-FFF2-40B4-BE49-F238E27FC236}">
                <a16:creationId xmlns="" xmlns:a16="http://schemas.microsoft.com/office/drawing/2014/main" id="{53D57F36-C75E-418A-88D4-781CE66FEBFA}"/>
              </a:ext>
            </a:extLst>
          </p:cNvPr>
          <p:cNvSpPr/>
          <p:nvPr/>
        </p:nvSpPr>
        <p:spPr>
          <a:xfrm>
            <a:off x="669924" y="3522776"/>
            <a:ext cx="10431126" cy="2878024"/>
          </a:xfrm>
          <a:prstGeom prst="rect">
            <a:avLst/>
          </a:prstGeom>
          <a:solidFill>
            <a:srgbClr val="4F81BD">
              <a:lumMod val="75000"/>
            </a:srgbClr>
          </a:solidFill>
          <a:ln>
            <a:noFill/>
          </a:ln>
        </p:spPr>
        <p:txBody>
          <a:bodyPr lIns="108800" tIns="54401" rIns="108800" bIns="54401" anchor="t" anchorCtr="1"/>
          <a:lstStyle/>
          <a:p>
            <a:pPr marL="0" marR="0" lvl="0" indent="0" algn="ctr" defTabSz="543995" eaLnBrk="0" fontAlgn="base" latinLnBrk="0" hangingPunct="0">
              <a:lnSpc>
                <a:spcPct val="90000"/>
              </a:lnSpc>
              <a:spcBef>
                <a:spcPts val="357"/>
              </a:spcBef>
              <a:spcAft>
                <a:spcPct val="0"/>
              </a:spcAft>
              <a:buClr>
                <a:srgbClr val="7889FB"/>
              </a:buClr>
              <a:buSzPct val="100000"/>
              <a:buFontTx/>
              <a:buNone/>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kumimoji="0" lang="zh-CN" altLang="en-US" sz="1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charset="0"/>
              </a:rPr>
              <a:t>Core Business Process Group</a:t>
            </a:r>
          </a:p>
        </p:txBody>
      </p:sp>
      <p:sp>
        <p:nvSpPr>
          <p:cNvPr id="10" name="Rectangle 44">
            <a:extLst>
              <a:ext uri="{FF2B5EF4-FFF2-40B4-BE49-F238E27FC236}">
                <a16:creationId xmlns="" xmlns:a16="http://schemas.microsoft.com/office/drawing/2014/main" id="{0BF534DA-0C94-9A4D-95D8-62EABC7638C7}"/>
              </a:ext>
            </a:extLst>
          </p:cNvPr>
          <p:cNvSpPr>
            <a:spLocks noChangeArrowheads="1"/>
          </p:cNvSpPr>
          <p:nvPr/>
        </p:nvSpPr>
        <p:spPr bwMode="auto">
          <a:xfrm>
            <a:off x="1037460" y="4092020"/>
            <a:ext cx="1733266" cy="434125"/>
          </a:xfrm>
          <a:prstGeom prst="rect">
            <a:avLst/>
          </a:prstGeom>
          <a:solidFill>
            <a:srgbClr val="1F497D">
              <a:lumMod val="60000"/>
              <a:lumOff val="40000"/>
            </a:srgbClr>
          </a:solidFill>
          <a:ln>
            <a:noFill/>
          </a:ln>
        </p:spPr>
        <p:txBody>
          <a:bodyPr lIns="108800" tIns="54401" rIns="108800" bIns="54401" anchor="ctr" anchorCtr="1"/>
          <a:lstStyle/>
          <a:p>
            <a:pPr algn="ctr" fontAlgn="base">
              <a:spcBef>
                <a:spcPct val="50000"/>
              </a:spcBef>
              <a:spcAft>
                <a:spcPct val="0"/>
              </a:spcAft>
              <a:buClr>
                <a:prstClr val="black"/>
              </a:buClr>
              <a:defRPr/>
            </a:pP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Business Department</a:t>
            </a:r>
            <a:endParaRPr lang="en-US" altLang="zh-CN" sz="11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11" name="Rectangle 34">
            <a:extLst>
              <a:ext uri="{FF2B5EF4-FFF2-40B4-BE49-F238E27FC236}">
                <a16:creationId xmlns="" xmlns:a16="http://schemas.microsoft.com/office/drawing/2014/main" id="{1D7CBCE5-1E57-F34D-BB47-7972E96107A0}"/>
              </a:ext>
            </a:extLst>
          </p:cNvPr>
          <p:cNvSpPr>
            <a:spLocks noChangeArrowheads="1"/>
          </p:cNvSpPr>
          <p:nvPr/>
        </p:nvSpPr>
        <p:spPr bwMode="auto">
          <a:xfrm>
            <a:off x="737362" y="4616185"/>
            <a:ext cx="2405042" cy="1426518"/>
          </a:xfrm>
          <a:prstGeom prst="rect">
            <a:avLst/>
          </a:prstGeom>
          <a:solidFill>
            <a:srgbClr val="4F81BD">
              <a:lumMod val="20000"/>
              <a:lumOff val="80000"/>
            </a:srgbClr>
          </a:solidFill>
          <a:ln>
            <a:noFill/>
          </a:ln>
          <a:effectLst>
            <a:prstShdw prst="shdw17" dist="17961" dir="2700000">
              <a:srgbClr val="C0504D">
                <a:gamma/>
                <a:shade val="60000"/>
                <a:invGamma/>
              </a:srgbClr>
            </a:prstShdw>
          </a:effectLst>
        </p:spPr>
        <p:txBody>
          <a:bodyPr wrap="none" lIns="0" tIns="0" rIns="0" bIns="0" anchor="ctr"/>
          <a:lstStyle/>
          <a:p>
            <a:pP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rPr>
              <a:t>BPO     </a:t>
            </a:r>
            <a:r>
              <a:rPr lang="en-IN" altLang="zh-TW" sz="1000" b="1" kern="0" dirty="0" smtClean="0">
                <a:solidFill>
                  <a:srgbClr val="FF0000"/>
                </a:solidFill>
                <a:latin typeface="微软雅黑" panose="020B0503020204020204" pitchFamily="34" charset="-122"/>
                <a:ea typeface="微软雅黑" panose="020B0503020204020204" pitchFamily="34" charset="-122"/>
              </a:rPr>
              <a:t>: </a:t>
            </a:r>
            <a:r>
              <a:rPr lang="en-US" altLang="zh-TW" sz="1000" b="1" kern="0" dirty="0">
                <a:latin typeface="微软雅黑" panose="020B0503020204020204" pitchFamily="34" charset="-122"/>
                <a:ea typeface="微软雅黑" panose="020B0503020204020204" pitchFamily="34" charset="-122"/>
              </a:rPr>
              <a:t> </a:t>
            </a:r>
            <a:r>
              <a:rPr lang="en-US" altLang="zh-TW" sz="1000" b="1" kern="0" dirty="0" smtClean="0">
                <a:latin typeface="微软雅黑" panose="020B0503020204020204" pitchFamily="34" charset="-122"/>
                <a:ea typeface="微软雅黑" panose="020B0503020204020204" pitchFamily="34" charset="-122"/>
              </a:rPr>
              <a:t>Uday-G</a:t>
            </a:r>
            <a:r>
              <a:rPr lang="en-US" altLang="zh-CN" sz="1000" b="1" kern="0" dirty="0" smtClean="0">
                <a:latin typeface="微软雅黑" panose="020B0503020204020204" pitchFamily="34" charset="-122"/>
                <a:ea typeface="微软雅黑" panose="020B0503020204020204" pitchFamily="34" charset="-122"/>
              </a:rPr>
              <a:t> , </a:t>
            </a:r>
            <a:endParaRPr lang="en-US" altLang="zh-TW" sz="1000" b="1" kern="0" dirty="0">
              <a:latin typeface="微软雅黑" panose="020B0503020204020204" pitchFamily="34" charset="-122"/>
              <a:ea typeface="微软雅黑" panose="020B0503020204020204" pitchFamily="34" charset="-122"/>
            </a:endParaRPr>
          </a:p>
          <a:p>
            <a:pP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cs typeface="微软雅黑" charset="0"/>
              </a:rPr>
              <a:t>KU(1)   </a:t>
            </a:r>
            <a:r>
              <a:rPr lang="zh-CN" altLang="en-US" sz="1000" b="1" kern="0" dirty="0" smtClean="0">
                <a:solidFill>
                  <a:srgbClr val="FF0000"/>
                </a:solidFill>
                <a:latin typeface="微软雅黑" panose="020B0503020204020204" pitchFamily="34" charset="-122"/>
                <a:ea typeface="微软雅黑" panose="020B0503020204020204" pitchFamily="34" charset="-122"/>
              </a:rPr>
              <a:t>: </a:t>
            </a:r>
            <a:r>
              <a:rPr lang="en-IN" altLang="zh-CN" sz="1000" b="1" kern="0" dirty="0">
                <a:latin typeface="微软雅黑" panose="020B0503020204020204" pitchFamily="34" charset="-122"/>
                <a:ea typeface="微软雅黑" panose="020B0503020204020204" pitchFamily="34" charset="-122"/>
              </a:rPr>
              <a:t> </a:t>
            </a:r>
            <a:r>
              <a:rPr lang="en-IN" altLang="zh-CN" sz="1000" b="1" kern="0" dirty="0" smtClean="0">
                <a:latin typeface="微软雅黑" panose="020B0503020204020204" pitchFamily="34" charset="-122"/>
                <a:ea typeface="微软雅黑" panose="020B0503020204020204" pitchFamily="34" charset="-122"/>
              </a:rPr>
              <a:t>Ramaiah-b </a:t>
            </a:r>
            <a:endParaRPr lang="en-US" altLang="zh-CN" sz="1000" b="1" kern="0" dirty="0">
              <a:latin typeface="微软雅黑" panose="020B0503020204020204" pitchFamily="34" charset="-122"/>
              <a:ea typeface="微软雅黑" panose="020B0503020204020204" pitchFamily="34" charset="-122"/>
            </a:endParaRPr>
          </a:p>
          <a:p>
            <a:pPr defTabSz="543995" eaLnBrk="0" fontAlgn="base" hangingPunct="0">
              <a:lnSpc>
                <a:spcPct val="104000"/>
              </a:lnSpc>
              <a:spcBef>
                <a:spcPct val="20000"/>
              </a:spcBef>
              <a:spcAft>
                <a:spcPct val="0"/>
              </a:spcAft>
              <a:buClr>
                <a:srgbClr val="7889FB"/>
              </a:buClr>
              <a:buSzPct val="70000"/>
              <a:tabLst>
                <a:tab pos="10139437" algn="r"/>
              </a:tabLst>
              <a:defRPr/>
            </a:pPr>
            <a:r>
              <a:rPr lang="en-IN" altLang="zh-CN" sz="1000" b="1" kern="0" dirty="0" smtClean="0">
                <a:solidFill>
                  <a:schemeClr val="accent6"/>
                </a:solidFill>
                <a:latin typeface="微软雅黑" panose="020B0503020204020204" pitchFamily="34" charset="-122"/>
                <a:ea typeface="微软雅黑" panose="020B0503020204020204" pitchFamily="34" charset="-122"/>
              </a:rPr>
              <a:t> </a:t>
            </a:r>
            <a:endParaRPr lang="en-US" altLang="zh-CN" sz="1000" b="1" kern="0" dirty="0">
              <a:solidFill>
                <a:schemeClr val="accent6"/>
              </a:solidFill>
              <a:latin typeface="微软雅黑" panose="020B0503020204020204" pitchFamily="34" charset="-122"/>
              <a:ea typeface="微软雅黑" panose="020B0503020204020204" pitchFamily="34" charset="-122"/>
            </a:endParaRPr>
          </a:p>
        </p:txBody>
      </p:sp>
      <p:cxnSp>
        <p:nvCxnSpPr>
          <p:cNvPr id="12" name="直接连接符 31"/>
          <p:cNvCxnSpPr>
            <a:stCxn id="8" idx="2"/>
            <a:endCxn id="6" idx="0"/>
          </p:cNvCxnSpPr>
          <p:nvPr/>
        </p:nvCxnSpPr>
        <p:spPr bwMode="auto">
          <a:xfrm flipH="1">
            <a:off x="6251628" y="1643288"/>
            <a:ext cx="3177" cy="289334"/>
          </a:xfrm>
          <a:prstGeom prst="line">
            <a:avLst/>
          </a:prstGeom>
          <a:solidFill>
            <a:srgbClr val="4F81BD"/>
          </a:solidFill>
          <a:ln w="12700" cap="flat" cmpd="sng" algn="ctr">
            <a:solidFill>
              <a:srgbClr val="1F497D">
                <a:lumMod val="60000"/>
                <a:lumOff val="40000"/>
              </a:srgbClr>
            </a:solidFill>
            <a:prstDash val="solid"/>
            <a:round/>
            <a:headEnd type="none" w="med" len="med"/>
            <a:tailEnd type="none" w="med" len="med"/>
          </a:ln>
          <a:effectLst/>
        </p:spPr>
      </p:cxnSp>
      <p:sp>
        <p:nvSpPr>
          <p:cNvPr id="13" name="文本框 1"/>
          <p:cNvSpPr txBox="1"/>
          <p:nvPr/>
        </p:nvSpPr>
        <p:spPr>
          <a:xfrm>
            <a:off x="3774631" y="3107660"/>
            <a:ext cx="3396973" cy="369332"/>
          </a:xfrm>
          <a:prstGeom prst="rect">
            <a:avLst/>
          </a:prstGeom>
          <a:noFill/>
        </p:spPr>
        <p:txBody>
          <a:bodyPr wrap="square" rtlCol="0">
            <a:spAutoFit/>
          </a:bodyPr>
          <a:lstStyle/>
          <a:p>
            <a:r>
              <a:rPr lang="en-US" altLang="zh-CN" dirty="0">
                <a:solidFill>
                  <a:schemeClr val="tx1"/>
                </a:solidFill>
                <a:latin typeface="+mj-ea"/>
                <a:ea typeface="+mj-ea"/>
              </a:rPr>
              <a:t>BPO: business process owner</a:t>
            </a:r>
            <a:endParaRPr lang="zh-CN" altLang="en-US" dirty="0">
              <a:solidFill>
                <a:schemeClr val="tx1"/>
              </a:solidFill>
              <a:latin typeface="+mj-ea"/>
              <a:ea typeface="+mj-ea"/>
            </a:endParaRPr>
          </a:p>
        </p:txBody>
      </p:sp>
      <p:sp>
        <p:nvSpPr>
          <p:cNvPr id="14" name="Rectangle 44">
            <a:extLst>
              <a:ext uri="{FF2B5EF4-FFF2-40B4-BE49-F238E27FC236}">
                <a16:creationId xmlns="" xmlns:a16="http://schemas.microsoft.com/office/drawing/2014/main" id="{8BA07AA3-4F68-40A9-A3C0-DD27E6795C63}"/>
              </a:ext>
            </a:extLst>
          </p:cNvPr>
          <p:cNvSpPr>
            <a:spLocks noChangeArrowheads="1"/>
          </p:cNvSpPr>
          <p:nvPr/>
        </p:nvSpPr>
        <p:spPr bwMode="auto">
          <a:xfrm>
            <a:off x="8715000" y="4075083"/>
            <a:ext cx="1937982" cy="406893"/>
          </a:xfrm>
          <a:prstGeom prst="rect">
            <a:avLst/>
          </a:prstGeom>
          <a:solidFill>
            <a:srgbClr val="1F497D">
              <a:lumMod val="60000"/>
              <a:lumOff val="40000"/>
            </a:srgbClr>
          </a:solidFill>
          <a:ln>
            <a:noFill/>
          </a:ln>
        </p:spPr>
        <p:txBody>
          <a:bodyPr lIns="108800" tIns="54401" rIns="108800" bIns="54401" anchor="ctr" anchorCtr="1"/>
          <a:lstStyle/>
          <a:p>
            <a:pPr algn="ct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en-US" altLang="zh-CN" sz="1000" b="1" kern="0" dirty="0" smtClean="0">
                <a:solidFill>
                  <a:prstClr val="white"/>
                </a:solidFill>
                <a:latin typeface="微软雅黑" panose="020B0503020204020204" pitchFamily="34" charset="-122"/>
                <a:ea typeface="微软雅黑" panose="020B0503020204020204" pitchFamily="34" charset="-122"/>
                <a:cs typeface="微软雅黑" charset="0"/>
              </a:rPr>
              <a:t>APC IT</a:t>
            </a:r>
            <a:endParaRPr lang="zh-CN" altLang="en-GB" sz="10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15" name="Rectangle 34">
            <a:extLst>
              <a:ext uri="{FF2B5EF4-FFF2-40B4-BE49-F238E27FC236}">
                <a16:creationId xmlns="" xmlns:a16="http://schemas.microsoft.com/office/drawing/2014/main" id="{F47F8B38-6711-4939-9F26-0ECD9C502EAE}"/>
              </a:ext>
            </a:extLst>
          </p:cNvPr>
          <p:cNvSpPr>
            <a:spLocks noChangeArrowheads="1"/>
          </p:cNvSpPr>
          <p:nvPr/>
        </p:nvSpPr>
        <p:spPr bwMode="auto">
          <a:xfrm>
            <a:off x="8324871" y="4568283"/>
            <a:ext cx="2630370" cy="1474420"/>
          </a:xfrm>
          <a:prstGeom prst="rect">
            <a:avLst/>
          </a:prstGeom>
          <a:solidFill>
            <a:srgbClr val="4F81BD">
              <a:lumMod val="20000"/>
              <a:lumOff val="80000"/>
            </a:srgbClr>
          </a:solidFill>
          <a:ln>
            <a:noFill/>
          </a:ln>
          <a:effectLst>
            <a:prstShdw prst="shdw17" dist="17961" dir="2700000">
              <a:srgbClr val="C0504D">
                <a:gamma/>
                <a:shade val="60000"/>
                <a:invGamma/>
              </a:srgbClr>
            </a:prstShdw>
          </a:effectLst>
        </p:spPr>
        <p:txBody>
          <a:bodyPr wrap="none" lIns="0" tIns="0" rIns="0" bIns="0" anchor="ctr"/>
          <a:lstStyle/>
          <a:p>
            <a:pPr lvl="0" defTabSz="543995" eaLnBrk="0" fontAlgn="base" hangingPunct="0">
              <a:lnSpc>
                <a:spcPct val="104000"/>
              </a:lnSpc>
              <a:spcBef>
                <a:spcPct val="20000"/>
              </a:spcBef>
              <a:spcAft>
                <a:spcPct val="0"/>
              </a:spcAft>
              <a:buClr>
                <a:srgbClr val="7889FB"/>
              </a:buClr>
              <a:buSzPct val="70000"/>
              <a:tabLst>
                <a:tab pos="10139437" algn="r"/>
              </a:tabLst>
              <a:defRPr/>
            </a:pPr>
            <a:endParaRPr lang="en-US" altLang="zh-CN" sz="1050" b="1" kern="0" noProof="0" dirty="0" smtClean="0">
              <a:solidFill>
                <a:schemeClr val="accent6"/>
              </a:solidFill>
              <a:latin typeface="微软雅黑" panose="020B0503020204020204" pitchFamily="34" charset="-122"/>
              <a:ea typeface="微软雅黑" panose="020B0503020204020204" pitchFamily="34" charset="-122"/>
              <a:cs typeface="微软雅黑" charset="0"/>
            </a:endParaRPr>
          </a:p>
          <a:p>
            <a:pPr lvl="0" defTabSz="543995" eaLnBrk="0" fontAlgn="base" hangingPunct="0">
              <a:lnSpc>
                <a:spcPct val="104000"/>
              </a:lnSpc>
              <a:spcBef>
                <a:spcPct val="20000"/>
              </a:spcBef>
              <a:spcAft>
                <a:spcPct val="0"/>
              </a:spcAft>
              <a:buClr>
                <a:srgbClr val="7889FB"/>
              </a:buClr>
              <a:buSzPct val="70000"/>
              <a:tabLst>
                <a:tab pos="10139437" algn="r"/>
              </a:tabLst>
              <a:defRPr/>
            </a:pPr>
            <a:r>
              <a:rPr lang="en-US" altLang="zh-CN" sz="1050" b="1" kern="0" dirty="0" smtClean="0">
                <a:solidFill>
                  <a:srgbClr val="FF0000"/>
                </a:solidFill>
                <a:latin typeface="微软雅黑" panose="020B0503020204020204" pitchFamily="34" charset="-122"/>
                <a:ea typeface="微软雅黑" panose="020B0503020204020204" pitchFamily="34" charset="-122"/>
                <a:cs typeface="微软雅黑" charset="0"/>
              </a:rPr>
              <a:t>Team Leader           : </a:t>
            </a:r>
            <a:r>
              <a:rPr lang="en-US" altLang="zh-CN" sz="1050" b="1" kern="0" dirty="0" smtClean="0">
                <a:latin typeface="微软雅黑" panose="020B0503020204020204" pitchFamily="34" charset="-122"/>
                <a:ea typeface="微软雅黑" panose="020B0503020204020204" pitchFamily="34" charset="-122"/>
                <a:cs typeface="微软雅黑" charset="0"/>
              </a:rPr>
              <a:t>Syamsundar-r-r </a:t>
            </a:r>
          </a:p>
          <a:p>
            <a:pPr lvl="0" defTabSz="543995" eaLnBrk="0" fontAlgn="base" hangingPunct="0">
              <a:lnSpc>
                <a:spcPct val="104000"/>
              </a:lnSpc>
              <a:spcBef>
                <a:spcPct val="20000"/>
              </a:spcBef>
              <a:spcAft>
                <a:spcPct val="0"/>
              </a:spcAft>
              <a:buClr>
                <a:srgbClr val="7889FB"/>
              </a:buClr>
              <a:buSzPct val="70000"/>
              <a:tabLst>
                <a:tab pos="10139437" algn="r"/>
              </a:tabLst>
              <a:defRPr/>
            </a:pPr>
            <a:r>
              <a:rPr lang="en-US" altLang="zh-CN" sz="1050" b="1" kern="0" noProof="0" dirty="0" smtClean="0">
                <a:solidFill>
                  <a:srgbClr val="FF0000"/>
                </a:solidFill>
                <a:latin typeface="微软雅黑" panose="020B0503020204020204" pitchFamily="34" charset="-122"/>
                <a:ea typeface="微软雅黑" panose="020B0503020204020204" pitchFamily="34" charset="-122"/>
                <a:cs typeface="微软雅黑" charset="0"/>
              </a:rPr>
              <a:t>Project Developers : </a:t>
            </a:r>
            <a:r>
              <a:rPr lang="en-US" altLang="zh-CN" sz="1050" b="1" kern="0" dirty="0">
                <a:latin typeface="微软雅黑" panose="020B0503020204020204" pitchFamily="34" charset="-122"/>
                <a:ea typeface="微软雅黑" panose="020B0503020204020204" pitchFamily="34" charset="-122"/>
                <a:cs typeface="微软雅黑" charset="0"/>
              </a:rPr>
              <a:t> </a:t>
            </a:r>
            <a:r>
              <a:rPr lang="en-US" altLang="zh-CN" sz="1050" b="1" kern="0" dirty="0" smtClean="0">
                <a:latin typeface="微软雅黑" panose="020B0503020204020204" pitchFamily="34" charset="-122"/>
                <a:ea typeface="微软雅黑" panose="020B0503020204020204" pitchFamily="34" charset="-122"/>
                <a:cs typeface="微软雅黑" charset="0"/>
              </a:rPr>
              <a:t>Manohar-g ,</a:t>
            </a:r>
          </a:p>
          <a:p>
            <a:pPr lvl="0" defTabSz="543995" eaLnBrk="0" fontAlgn="base" hangingPunct="0">
              <a:lnSpc>
                <a:spcPct val="104000"/>
              </a:lnSpc>
              <a:spcBef>
                <a:spcPct val="20000"/>
              </a:spcBef>
              <a:spcAft>
                <a:spcPct val="0"/>
              </a:spcAft>
              <a:buClr>
                <a:srgbClr val="7889FB"/>
              </a:buClr>
              <a:buSzPct val="70000"/>
              <a:tabLst>
                <a:tab pos="10139437" algn="r"/>
              </a:tabLst>
              <a:defRPr/>
            </a:pPr>
            <a:r>
              <a:rPr lang="en-US" altLang="zh-CN" sz="1050" b="1" kern="0" dirty="0">
                <a:latin typeface="微软雅黑" panose="020B0503020204020204" pitchFamily="34" charset="-122"/>
                <a:ea typeface="微软雅黑" panose="020B0503020204020204" pitchFamily="34" charset="-122"/>
                <a:cs typeface="微软雅黑" charset="0"/>
              </a:rPr>
              <a:t> </a:t>
            </a:r>
            <a:r>
              <a:rPr lang="en-US" altLang="zh-CN" sz="1050" b="1" kern="0" dirty="0" smtClean="0">
                <a:latin typeface="微软雅黑" panose="020B0503020204020204" pitchFamily="34" charset="-122"/>
                <a:ea typeface="微软雅黑" panose="020B0503020204020204" pitchFamily="34" charset="-122"/>
                <a:cs typeface="微软雅黑" charset="0"/>
              </a:rPr>
              <a:t>                                     Premika-s </a:t>
            </a:r>
            <a:endParaRPr lang="en-US" altLang="zh-CN" sz="1050" b="1" kern="0" noProof="0" dirty="0" smtClean="0">
              <a:latin typeface="微软雅黑" panose="020B0503020204020204" pitchFamily="34" charset="-122"/>
              <a:ea typeface="微软雅黑" panose="020B0503020204020204" pitchFamily="34" charset="-122"/>
              <a:cs typeface="微软雅黑" charset="0"/>
            </a:endParaRPr>
          </a:p>
        </p:txBody>
      </p:sp>
      <p:sp>
        <p:nvSpPr>
          <p:cNvPr id="16" name="Rectangle 31">
            <a:extLst>
              <a:ext uri="{FF2B5EF4-FFF2-40B4-BE49-F238E27FC236}">
                <a16:creationId xmlns="" xmlns:a16="http://schemas.microsoft.com/office/drawing/2014/main" id="{64E2BF76-3F93-ED46-A6C5-3B3C5EE16641}"/>
              </a:ext>
            </a:extLst>
          </p:cNvPr>
          <p:cNvSpPr>
            <a:spLocks noChangeArrowheads="1"/>
          </p:cNvSpPr>
          <p:nvPr/>
        </p:nvSpPr>
        <p:spPr bwMode="auto">
          <a:xfrm>
            <a:off x="850605" y="1874648"/>
            <a:ext cx="2682547" cy="337884"/>
          </a:xfrm>
          <a:prstGeom prst="rect">
            <a:avLst/>
          </a:prstGeom>
          <a:solidFill>
            <a:srgbClr val="4F81BD">
              <a:lumMod val="75000"/>
            </a:srgbClr>
          </a:solidFill>
          <a:ln>
            <a:noFill/>
          </a:ln>
        </p:spPr>
        <p:txBody>
          <a:bodyPr lIns="108800" tIns="54401" rIns="108800" bIns="54401" anchor="ctr" anchorCtr="1"/>
          <a:lstStyle/>
          <a:p>
            <a:pPr defTabSz="543995" eaLnBrk="0" fontAlgn="base" hangingPunct="0">
              <a:lnSpc>
                <a:spcPct val="90000"/>
              </a:lnSpc>
              <a:spcBef>
                <a:spcPts val="357"/>
              </a:spcBef>
              <a:spcAft>
                <a:spcPct val="0"/>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defRPr/>
            </a:pPr>
            <a:r>
              <a:rPr lang="en-US" altLang="zh-CN" sz="1200" b="1" kern="0" dirty="0">
                <a:solidFill>
                  <a:srgbClr val="FFFFFF"/>
                </a:solidFill>
                <a:latin typeface="微软雅黑" panose="020B0503020204020204" pitchFamily="34" charset="-122"/>
                <a:ea typeface="微软雅黑" panose="020B0503020204020204" pitchFamily="34" charset="-122"/>
                <a:cs typeface="微软雅黑" charset="0"/>
              </a:rPr>
              <a:t>Steering</a:t>
            </a:r>
            <a:r>
              <a:rPr lang="en-US" altLang="zh-TW" sz="1200" b="1" kern="0" dirty="0" smtClean="0">
                <a:solidFill>
                  <a:srgbClr val="FFFFFF"/>
                </a:solidFill>
                <a:latin typeface="微软雅黑" panose="020B0503020204020204" pitchFamily="34" charset="-122"/>
                <a:ea typeface="微软雅黑" panose="020B0503020204020204" pitchFamily="34" charset="-122"/>
                <a:cs typeface="微软雅黑" charset="0"/>
              </a:rPr>
              <a:t> </a:t>
            </a:r>
            <a:r>
              <a:rPr lang="zh-TW" altLang="en-US" sz="1200" b="1" kern="0" dirty="0" smtClean="0">
                <a:solidFill>
                  <a:srgbClr val="FFFFFF"/>
                </a:solidFill>
                <a:latin typeface="微软雅黑" panose="020B0503020204020204" pitchFamily="34" charset="-122"/>
                <a:ea typeface="微软雅黑" panose="020B0503020204020204" pitchFamily="34" charset="-122"/>
                <a:cs typeface="微软雅黑" charset="0"/>
              </a:rPr>
              <a:t>Committee</a:t>
            </a:r>
            <a:endParaRPr lang="zh-CN" altLang="en-GB" sz="1200" b="1" kern="0" dirty="0">
              <a:solidFill>
                <a:srgbClr val="FFFFFF"/>
              </a:solidFill>
              <a:latin typeface="微软雅黑" panose="020B0503020204020204" pitchFamily="34" charset="-122"/>
              <a:ea typeface="微软雅黑" panose="020B0503020204020204" pitchFamily="34" charset="-122"/>
              <a:cs typeface="微软雅黑" charset="0"/>
            </a:endParaRPr>
          </a:p>
        </p:txBody>
      </p:sp>
      <p:sp>
        <p:nvSpPr>
          <p:cNvPr id="17" name="Rectangle 32">
            <a:extLst>
              <a:ext uri="{FF2B5EF4-FFF2-40B4-BE49-F238E27FC236}">
                <a16:creationId xmlns="" xmlns:a16="http://schemas.microsoft.com/office/drawing/2014/main" id="{012333FD-DB28-C345-8720-FC2F9D8979FA}"/>
              </a:ext>
            </a:extLst>
          </p:cNvPr>
          <p:cNvSpPr>
            <a:spLocks noChangeArrowheads="1"/>
          </p:cNvSpPr>
          <p:nvPr/>
        </p:nvSpPr>
        <p:spPr bwMode="auto">
          <a:xfrm>
            <a:off x="850606" y="2161910"/>
            <a:ext cx="2673492" cy="604008"/>
          </a:xfrm>
          <a:prstGeom prst="rect">
            <a:avLst/>
          </a:prstGeom>
          <a:solidFill>
            <a:srgbClr val="FFFFFF"/>
          </a:solidFill>
          <a:ln w="12600">
            <a:solidFill>
              <a:srgbClr val="7889FB"/>
            </a:solidFill>
            <a:miter lim="800000"/>
            <a:headEnd/>
            <a:tailEnd/>
          </a:ln>
        </p:spPr>
        <p:txBody>
          <a:bodyPr wrap="none" lIns="108800" tIns="54401" rIns="108800" bIns="54401" anchor="ctr"/>
          <a:lstStyle/>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CN" sz="1200" dirty="0" smtClean="0">
                <a:latin typeface="微软雅黑" panose="020B0503020204020204" pitchFamily="34" charset="-122"/>
                <a:ea typeface="微软雅黑" panose="020B0503020204020204" pitchFamily="34" charset="-122"/>
                <a:cs typeface="微软雅黑" charset="0"/>
              </a:rPr>
              <a:t> </a:t>
            </a:r>
            <a:r>
              <a:rPr lang="en-US" altLang="zh-TW" sz="1200" dirty="0" smtClean="0">
                <a:ea typeface="微软雅黑" panose="020B0503020204020204" pitchFamily="34" charset="-122"/>
                <a:cs typeface="微软雅黑" charset="0"/>
              </a:rPr>
              <a:t>Sivakumar-pc , nagasai-t ,  </a:t>
            </a:r>
          </a:p>
          <a:p>
            <a:pPr algn="ctr" defTabSz="543995" eaLnBrk="0" fontAlgn="base" hangingPunct="0">
              <a:spcBef>
                <a:spcPct val="0"/>
              </a:spcBef>
              <a:spcAft>
                <a:spcPts val="75"/>
              </a:spcAft>
              <a:buClr>
                <a:srgbClr val="7889FB"/>
              </a:buClr>
              <a:buSzPct val="100000"/>
              <a:tabLst>
                <a:tab pos="0" algn="l"/>
                <a:tab pos="532661" algn="l"/>
                <a:tab pos="1067211" algn="l"/>
                <a:tab pos="1601759" algn="l"/>
                <a:tab pos="2136309" algn="l"/>
                <a:tab pos="2670857" algn="l"/>
                <a:tab pos="3205408" algn="l"/>
                <a:tab pos="3739956" algn="l"/>
                <a:tab pos="4274506" algn="l"/>
                <a:tab pos="4809054" algn="l"/>
                <a:tab pos="5343605" algn="l"/>
                <a:tab pos="5878153" algn="l"/>
                <a:tab pos="6412703" algn="l"/>
                <a:tab pos="6947251" algn="l"/>
                <a:tab pos="7481801" algn="l"/>
                <a:tab pos="8016352" algn="l"/>
                <a:tab pos="8550901" algn="l"/>
                <a:tab pos="9085449" algn="l"/>
                <a:tab pos="9619998" algn="l"/>
                <a:tab pos="10154548" algn="l"/>
                <a:tab pos="10689098" algn="l"/>
              </a:tabLst>
            </a:pPr>
            <a:r>
              <a:rPr lang="en-US" altLang="zh-TW" sz="1200" dirty="0" smtClean="0">
                <a:ea typeface="微软雅黑" panose="020B0503020204020204" pitchFamily="34" charset="-122"/>
                <a:cs typeface="微软雅黑" charset="0"/>
              </a:rPr>
              <a:t>Ramaiah-b </a:t>
            </a:r>
            <a:r>
              <a:rPr lang="en-US" altLang="zh-TW" sz="1200" dirty="0">
                <a:ea typeface="微软雅黑" panose="020B0503020204020204" pitchFamily="34" charset="-122"/>
                <a:cs typeface="微软雅黑" charset="0"/>
              </a:rPr>
              <a:t>, </a:t>
            </a:r>
            <a:r>
              <a:rPr lang="en-US" altLang="zh-TW" sz="1200" dirty="0" smtClean="0">
                <a:ea typeface="微软雅黑" panose="020B0503020204020204" pitchFamily="34" charset="-122"/>
                <a:cs typeface="微软雅黑" charset="0"/>
              </a:rPr>
              <a:t>Chandra-k</a:t>
            </a:r>
            <a:endParaRPr lang="en-US" altLang="zh-TW" sz="1200" dirty="0">
              <a:ea typeface="微软雅黑" panose="020B0503020204020204" pitchFamily="34" charset="-122"/>
              <a:cs typeface="微软雅黑" charset="0"/>
            </a:endParaRPr>
          </a:p>
        </p:txBody>
      </p:sp>
      <p:cxnSp>
        <p:nvCxnSpPr>
          <p:cNvPr id="18" name="肘形连接符 45"/>
          <p:cNvCxnSpPr>
            <a:endCxn id="8" idx="1"/>
          </p:cNvCxnSpPr>
          <p:nvPr/>
        </p:nvCxnSpPr>
        <p:spPr>
          <a:xfrm flipV="1">
            <a:off x="3533152" y="1365853"/>
            <a:ext cx="419705" cy="1138694"/>
          </a:xfrm>
          <a:prstGeom prst="bentConnector3">
            <a:avLst/>
          </a:prstGeom>
          <a:noFill/>
          <a:ln w="19050" cap="flat" cmpd="sng" algn="ctr">
            <a:solidFill>
              <a:srgbClr val="FFFFFF">
                <a:lumMod val="65000"/>
              </a:srgbClr>
            </a:solidFill>
            <a:prstDash val="sysDot"/>
          </a:ln>
          <a:effectLst/>
        </p:spPr>
      </p:cxnSp>
      <p:cxnSp>
        <p:nvCxnSpPr>
          <p:cNvPr id="19" name="直接连接符 51"/>
          <p:cNvCxnSpPr>
            <a:stCxn id="7" idx="2"/>
          </p:cNvCxnSpPr>
          <p:nvPr/>
        </p:nvCxnSpPr>
        <p:spPr bwMode="auto">
          <a:xfrm>
            <a:off x="6248961" y="2771104"/>
            <a:ext cx="5844" cy="325195"/>
          </a:xfrm>
          <a:prstGeom prst="line">
            <a:avLst/>
          </a:prstGeom>
          <a:solidFill>
            <a:srgbClr val="4F81BD"/>
          </a:solidFill>
          <a:ln w="12700" cap="flat" cmpd="sng" algn="ctr">
            <a:solidFill>
              <a:srgbClr val="1F497D">
                <a:lumMod val="60000"/>
                <a:lumOff val="40000"/>
              </a:srgbClr>
            </a:solidFill>
            <a:prstDash val="solid"/>
            <a:round/>
            <a:headEnd type="none" w="med" len="med"/>
            <a:tailEnd type="none" w="med" len="med"/>
          </a:ln>
          <a:effectLst/>
        </p:spPr>
      </p:cxnSp>
      <p:sp>
        <p:nvSpPr>
          <p:cNvPr id="20" name="Rectangle 44">
            <a:extLst>
              <a:ext uri="{FF2B5EF4-FFF2-40B4-BE49-F238E27FC236}">
                <a16:creationId xmlns="" xmlns:a16="http://schemas.microsoft.com/office/drawing/2014/main" id="{0BF534DA-0C94-9A4D-95D8-62EABC7638C7}"/>
              </a:ext>
            </a:extLst>
          </p:cNvPr>
          <p:cNvSpPr>
            <a:spLocks noChangeArrowheads="1"/>
          </p:cNvSpPr>
          <p:nvPr/>
        </p:nvSpPr>
        <p:spPr bwMode="auto">
          <a:xfrm>
            <a:off x="3524098" y="4061095"/>
            <a:ext cx="1733266" cy="434125"/>
          </a:xfrm>
          <a:prstGeom prst="rect">
            <a:avLst/>
          </a:prstGeom>
          <a:solidFill>
            <a:srgbClr val="1F497D">
              <a:lumMod val="60000"/>
              <a:lumOff val="40000"/>
            </a:srgbClr>
          </a:solidFill>
          <a:ln>
            <a:noFill/>
          </a:ln>
        </p:spPr>
        <p:txBody>
          <a:bodyPr lIns="108800" tIns="54401" rIns="108800" bIns="54401" anchor="ctr" anchorCtr="1"/>
          <a:lstStyle/>
          <a:p>
            <a:pPr algn="ctr" fontAlgn="base">
              <a:spcBef>
                <a:spcPct val="50000"/>
              </a:spcBef>
              <a:spcAft>
                <a:spcPct val="0"/>
              </a:spcAft>
              <a:buClr>
                <a:prstClr val="black"/>
              </a:buClr>
              <a:defRPr/>
            </a:pP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Production Department</a:t>
            </a:r>
            <a:endParaRPr lang="en-US" altLang="zh-CN" sz="11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21" name="Rectangle 44">
            <a:extLst>
              <a:ext uri="{FF2B5EF4-FFF2-40B4-BE49-F238E27FC236}">
                <a16:creationId xmlns="" xmlns:a16="http://schemas.microsoft.com/office/drawing/2014/main" id="{0BF534DA-0C94-9A4D-95D8-62EABC7638C7}"/>
              </a:ext>
            </a:extLst>
          </p:cNvPr>
          <p:cNvSpPr>
            <a:spLocks noChangeArrowheads="1"/>
          </p:cNvSpPr>
          <p:nvPr/>
        </p:nvSpPr>
        <p:spPr bwMode="auto">
          <a:xfrm>
            <a:off x="5992360" y="4061096"/>
            <a:ext cx="1733266" cy="434125"/>
          </a:xfrm>
          <a:prstGeom prst="rect">
            <a:avLst/>
          </a:prstGeom>
          <a:solidFill>
            <a:srgbClr val="1F497D">
              <a:lumMod val="60000"/>
              <a:lumOff val="40000"/>
            </a:srgbClr>
          </a:solidFill>
          <a:ln>
            <a:noFill/>
          </a:ln>
        </p:spPr>
        <p:txBody>
          <a:bodyPr lIns="108800" tIns="54401" rIns="108800" bIns="54401" anchor="ctr" anchorCtr="1"/>
          <a:lstStyle/>
          <a:p>
            <a:pPr algn="ctr" fontAlgn="base">
              <a:spcBef>
                <a:spcPct val="50000"/>
              </a:spcBef>
              <a:spcAft>
                <a:spcPct val="0"/>
              </a:spcAft>
              <a:buClr>
                <a:prstClr val="black"/>
              </a:buClr>
              <a:defRPr/>
            </a:pPr>
            <a:r>
              <a:rPr lang="en-GB" altLang="zh-CN" sz="1100" b="1" kern="0" dirty="0" smtClean="0">
                <a:solidFill>
                  <a:prstClr val="white"/>
                </a:solidFill>
                <a:latin typeface="微软雅黑" panose="020B0503020204020204" pitchFamily="34" charset="-122"/>
                <a:ea typeface="微软雅黑" panose="020B0503020204020204" pitchFamily="34" charset="-122"/>
                <a:cs typeface="微软雅黑" charset="0"/>
              </a:rPr>
              <a:t>FG Department</a:t>
            </a:r>
            <a:endParaRPr lang="en-US" altLang="zh-CN" sz="1100" b="1" kern="0" dirty="0">
              <a:solidFill>
                <a:prstClr val="white"/>
              </a:solidFill>
              <a:latin typeface="微软雅黑" panose="020B0503020204020204" pitchFamily="34" charset="-122"/>
              <a:ea typeface="微软雅黑" panose="020B0503020204020204" pitchFamily="34" charset="-122"/>
              <a:cs typeface="微软雅黑" charset="0"/>
            </a:endParaRPr>
          </a:p>
        </p:txBody>
      </p:sp>
      <p:sp>
        <p:nvSpPr>
          <p:cNvPr id="22" name="Rectangle 34">
            <a:extLst>
              <a:ext uri="{FF2B5EF4-FFF2-40B4-BE49-F238E27FC236}">
                <a16:creationId xmlns="" xmlns:a16="http://schemas.microsoft.com/office/drawing/2014/main" id="{1D7CBCE5-1E57-F34D-BB47-7972E96107A0}"/>
              </a:ext>
            </a:extLst>
          </p:cNvPr>
          <p:cNvSpPr>
            <a:spLocks noChangeArrowheads="1"/>
          </p:cNvSpPr>
          <p:nvPr/>
        </p:nvSpPr>
        <p:spPr bwMode="auto">
          <a:xfrm>
            <a:off x="3209842" y="4592234"/>
            <a:ext cx="2402505" cy="1426518"/>
          </a:xfrm>
          <a:prstGeom prst="rect">
            <a:avLst/>
          </a:prstGeom>
          <a:solidFill>
            <a:srgbClr val="4F81BD">
              <a:lumMod val="20000"/>
              <a:lumOff val="80000"/>
            </a:srgbClr>
          </a:solidFill>
          <a:ln>
            <a:noFill/>
          </a:ln>
          <a:effectLst>
            <a:prstShdw prst="shdw17" dist="17961" dir="2700000">
              <a:srgbClr val="C0504D">
                <a:gamma/>
                <a:shade val="60000"/>
                <a:invGamma/>
              </a:srgbClr>
            </a:prstShdw>
          </a:effectLst>
        </p:spPr>
        <p:txBody>
          <a:bodyPr wrap="none" lIns="0" tIns="0" rIns="0" bIns="0" anchor="ctr"/>
          <a:lstStyle/>
          <a:p>
            <a:pP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rPr>
              <a:t>BPO     </a:t>
            </a:r>
            <a:r>
              <a:rPr lang="en-IN" altLang="zh-TW" sz="1000" b="1" kern="0" dirty="0" smtClean="0">
                <a:solidFill>
                  <a:srgbClr val="FF0000"/>
                </a:solidFill>
                <a:latin typeface="微软雅黑" panose="020B0503020204020204" pitchFamily="34" charset="-122"/>
                <a:ea typeface="微软雅黑" panose="020B0503020204020204" pitchFamily="34" charset="-122"/>
              </a:rPr>
              <a:t>: </a:t>
            </a:r>
            <a:r>
              <a:rPr lang="en-US" altLang="zh-TW" sz="1000" b="1" kern="0" dirty="0">
                <a:latin typeface="微软雅黑" panose="020B0503020204020204" pitchFamily="34" charset="-122"/>
                <a:ea typeface="微软雅黑" panose="020B0503020204020204" pitchFamily="34" charset="-122"/>
              </a:rPr>
              <a:t> </a:t>
            </a:r>
            <a:r>
              <a:rPr lang="en-US" altLang="zh-TW" sz="1000" b="1" kern="0" dirty="0" smtClean="0">
                <a:latin typeface="微软雅黑" panose="020B0503020204020204" pitchFamily="34" charset="-122"/>
                <a:ea typeface="微软雅黑" panose="020B0503020204020204" pitchFamily="34" charset="-122"/>
              </a:rPr>
              <a:t>Sailaja-y</a:t>
            </a:r>
            <a:endParaRPr lang="en-US" altLang="zh-TW" sz="1000" b="1" kern="0" dirty="0">
              <a:latin typeface="微软雅黑" panose="020B0503020204020204" pitchFamily="34" charset="-122"/>
              <a:ea typeface="微软雅黑" panose="020B0503020204020204" pitchFamily="34" charset="-122"/>
            </a:endParaRPr>
          </a:p>
          <a:p>
            <a:pP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cs typeface="微软雅黑" charset="0"/>
              </a:rPr>
              <a:t>KU(2)   </a:t>
            </a:r>
            <a:r>
              <a:rPr lang="zh-CN" altLang="en-US" sz="1000" b="1" kern="0" dirty="0" smtClean="0">
                <a:solidFill>
                  <a:srgbClr val="FF0000"/>
                </a:solidFill>
                <a:latin typeface="微软雅黑" panose="020B0503020204020204" pitchFamily="34" charset="-122"/>
                <a:ea typeface="微软雅黑" panose="020B0503020204020204" pitchFamily="34" charset="-122"/>
              </a:rPr>
              <a:t>: </a:t>
            </a:r>
            <a:r>
              <a:rPr lang="en-IN" altLang="zh-CN" sz="1000" b="1" kern="0" dirty="0">
                <a:latin typeface="微软雅黑" panose="020B0503020204020204" pitchFamily="34" charset="-122"/>
                <a:ea typeface="微软雅黑" panose="020B0503020204020204" pitchFamily="34" charset="-122"/>
              </a:rPr>
              <a:t> </a:t>
            </a:r>
            <a:r>
              <a:rPr lang="en-IN" altLang="zh-CN" sz="1000" b="1" kern="0" dirty="0" smtClean="0">
                <a:latin typeface="微软雅黑" panose="020B0503020204020204" pitchFamily="34" charset="-122"/>
                <a:ea typeface="微软雅黑" panose="020B0503020204020204" pitchFamily="34" charset="-122"/>
              </a:rPr>
              <a:t>siva-c , nagasai-t </a:t>
            </a:r>
            <a:endParaRPr lang="en-US" altLang="zh-CN" sz="1000" b="1" kern="0" dirty="0">
              <a:latin typeface="微软雅黑" panose="020B0503020204020204" pitchFamily="34" charset="-122"/>
              <a:ea typeface="微软雅黑" panose="020B0503020204020204" pitchFamily="34" charset="-122"/>
            </a:endParaRPr>
          </a:p>
          <a:p>
            <a:pPr defTabSz="543995" eaLnBrk="0" fontAlgn="base" hangingPunct="0">
              <a:lnSpc>
                <a:spcPct val="104000"/>
              </a:lnSpc>
              <a:spcBef>
                <a:spcPct val="20000"/>
              </a:spcBef>
              <a:spcAft>
                <a:spcPct val="0"/>
              </a:spcAft>
              <a:buClr>
                <a:srgbClr val="7889FB"/>
              </a:buClr>
              <a:buSzPct val="70000"/>
              <a:tabLst>
                <a:tab pos="10139437" algn="r"/>
              </a:tabLst>
              <a:defRPr/>
            </a:pPr>
            <a:r>
              <a:rPr lang="en-IN" altLang="zh-CN" sz="1000" b="1" kern="0" dirty="0" smtClean="0">
                <a:solidFill>
                  <a:schemeClr val="accent6"/>
                </a:solidFill>
                <a:latin typeface="微软雅黑" panose="020B0503020204020204" pitchFamily="34" charset="-122"/>
                <a:ea typeface="微软雅黑" panose="020B0503020204020204" pitchFamily="34" charset="-122"/>
              </a:rPr>
              <a:t> </a:t>
            </a:r>
            <a:endParaRPr lang="en-US" altLang="zh-CN" sz="1000" b="1" kern="0" dirty="0">
              <a:solidFill>
                <a:schemeClr val="accent6"/>
              </a:solidFill>
              <a:latin typeface="微软雅黑" panose="020B0503020204020204" pitchFamily="34" charset="-122"/>
              <a:ea typeface="微软雅黑" panose="020B0503020204020204" pitchFamily="34" charset="-122"/>
            </a:endParaRPr>
          </a:p>
        </p:txBody>
      </p:sp>
      <p:sp>
        <p:nvSpPr>
          <p:cNvPr id="23" name="Rectangle 34">
            <a:extLst>
              <a:ext uri="{FF2B5EF4-FFF2-40B4-BE49-F238E27FC236}">
                <a16:creationId xmlns="" xmlns:a16="http://schemas.microsoft.com/office/drawing/2014/main" id="{1D7CBCE5-1E57-F34D-BB47-7972E96107A0}"/>
              </a:ext>
            </a:extLst>
          </p:cNvPr>
          <p:cNvSpPr>
            <a:spLocks noChangeArrowheads="1"/>
          </p:cNvSpPr>
          <p:nvPr/>
        </p:nvSpPr>
        <p:spPr bwMode="auto">
          <a:xfrm>
            <a:off x="5789653" y="4592234"/>
            <a:ext cx="2362611" cy="1426518"/>
          </a:xfrm>
          <a:prstGeom prst="rect">
            <a:avLst/>
          </a:prstGeom>
          <a:solidFill>
            <a:srgbClr val="4F81BD">
              <a:lumMod val="20000"/>
              <a:lumOff val="80000"/>
            </a:srgbClr>
          </a:solidFill>
          <a:ln>
            <a:noFill/>
          </a:ln>
          <a:effectLst>
            <a:prstShdw prst="shdw17" dist="17961" dir="2700000">
              <a:srgbClr val="C0504D">
                <a:gamma/>
                <a:shade val="60000"/>
                <a:invGamma/>
              </a:srgbClr>
            </a:prstShdw>
          </a:effectLst>
        </p:spPr>
        <p:txBody>
          <a:bodyPr wrap="none" lIns="0" tIns="0" rIns="0" bIns="0" anchor="ctr"/>
          <a:lstStyle/>
          <a:p>
            <a:pP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rPr>
              <a:t>BPO     </a:t>
            </a:r>
            <a:r>
              <a:rPr lang="en-IN" altLang="zh-TW" sz="1000" b="1" kern="0" dirty="0" smtClean="0">
                <a:solidFill>
                  <a:srgbClr val="FF0000"/>
                </a:solidFill>
                <a:latin typeface="微软雅黑" panose="020B0503020204020204" pitchFamily="34" charset="-122"/>
                <a:ea typeface="微软雅黑" panose="020B0503020204020204" pitchFamily="34" charset="-122"/>
              </a:rPr>
              <a:t>: </a:t>
            </a:r>
            <a:r>
              <a:rPr lang="en-US" altLang="zh-TW" sz="1000" b="1" kern="0" dirty="0">
                <a:latin typeface="微软雅黑" panose="020B0503020204020204" pitchFamily="34" charset="-122"/>
                <a:ea typeface="微软雅黑" panose="020B0503020204020204" pitchFamily="34" charset="-122"/>
              </a:rPr>
              <a:t> </a:t>
            </a:r>
            <a:r>
              <a:rPr lang="en-US" altLang="zh-TW" sz="1000" b="1" kern="0" dirty="0" smtClean="0">
                <a:latin typeface="微软雅黑" panose="020B0503020204020204" pitchFamily="34" charset="-122"/>
                <a:ea typeface="微软雅黑" panose="020B0503020204020204" pitchFamily="34" charset="-122"/>
              </a:rPr>
              <a:t>Kumar-KSS</a:t>
            </a:r>
            <a:endParaRPr lang="en-US" altLang="zh-TW" sz="1000" b="1" kern="0" dirty="0">
              <a:latin typeface="微软雅黑" panose="020B0503020204020204" pitchFamily="34" charset="-122"/>
              <a:ea typeface="微软雅黑" panose="020B0503020204020204" pitchFamily="34" charset="-122"/>
            </a:endParaRPr>
          </a:p>
          <a:p>
            <a:pPr defTabSz="543995" eaLnBrk="0" fontAlgn="base" hangingPunct="0">
              <a:lnSpc>
                <a:spcPct val="104000"/>
              </a:lnSpc>
              <a:spcBef>
                <a:spcPct val="20000"/>
              </a:spcBef>
              <a:spcAft>
                <a:spcPct val="0"/>
              </a:spcAft>
              <a:buClr>
                <a:srgbClr val="7889FB"/>
              </a:buClr>
              <a:buSzPct val="70000"/>
              <a:tabLst>
                <a:tab pos="10139437" algn="r"/>
              </a:tabLst>
              <a:defRPr/>
            </a:pPr>
            <a:r>
              <a:rPr lang="en-US" altLang="zh-TW" sz="1000" b="1" kern="0" dirty="0" smtClean="0">
                <a:solidFill>
                  <a:srgbClr val="FF0000"/>
                </a:solidFill>
                <a:latin typeface="微软雅黑" panose="020B0503020204020204" pitchFamily="34" charset="-122"/>
                <a:ea typeface="微软雅黑" panose="020B0503020204020204" pitchFamily="34" charset="-122"/>
                <a:cs typeface="微软雅黑" charset="0"/>
              </a:rPr>
              <a:t>KU(1)   </a:t>
            </a:r>
            <a:r>
              <a:rPr lang="zh-CN" altLang="en-US" sz="1000" b="1" kern="0" dirty="0" smtClean="0">
                <a:solidFill>
                  <a:srgbClr val="FF0000"/>
                </a:solidFill>
                <a:latin typeface="微软雅黑" panose="020B0503020204020204" pitchFamily="34" charset="-122"/>
                <a:ea typeface="微软雅黑" panose="020B0503020204020204" pitchFamily="34" charset="-122"/>
              </a:rPr>
              <a:t>: </a:t>
            </a:r>
            <a:r>
              <a:rPr lang="en-IN" altLang="zh-CN" sz="1000" b="1" kern="0" dirty="0">
                <a:latin typeface="微软雅黑" panose="020B0503020204020204" pitchFamily="34" charset="-122"/>
                <a:ea typeface="微软雅黑" panose="020B0503020204020204" pitchFamily="34" charset="-122"/>
              </a:rPr>
              <a:t> </a:t>
            </a:r>
            <a:r>
              <a:rPr lang="en-IN" altLang="zh-CN" sz="1000" b="1" kern="0" dirty="0" smtClean="0">
                <a:latin typeface="微软雅黑" panose="020B0503020204020204" pitchFamily="34" charset="-122"/>
                <a:ea typeface="微软雅黑" panose="020B0503020204020204" pitchFamily="34" charset="-122"/>
              </a:rPr>
              <a:t>Chandra-k </a:t>
            </a:r>
            <a:endParaRPr lang="en-US" altLang="zh-CN" sz="1000" b="1" kern="0" dirty="0">
              <a:latin typeface="微软雅黑" panose="020B0503020204020204" pitchFamily="34" charset="-122"/>
              <a:ea typeface="微软雅黑" panose="020B0503020204020204" pitchFamily="34" charset="-122"/>
            </a:endParaRPr>
          </a:p>
          <a:p>
            <a:pPr defTabSz="543995" eaLnBrk="0" fontAlgn="base" hangingPunct="0">
              <a:lnSpc>
                <a:spcPct val="104000"/>
              </a:lnSpc>
              <a:spcBef>
                <a:spcPct val="20000"/>
              </a:spcBef>
              <a:spcAft>
                <a:spcPct val="0"/>
              </a:spcAft>
              <a:buClr>
                <a:srgbClr val="7889FB"/>
              </a:buClr>
              <a:buSzPct val="70000"/>
              <a:tabLst>
                <a:tab pos="10139437" algn="r"/>
              </a:tabLst>
              <a:defRPr/>
            </a:pPr>
            <a:r>
              <a:rPr lang="en-IN" altLang="zh-CN" sz="1000" b="1" kern="0" dirty="0" smtClean="0">
                <a:solidFill>
                  <a:schemeClr val="accent6"/>
                </a:solidFill>
                <a:latin typeface="微软雅黑" panose="020B0503020204020204" pitchFamily="34" charset="-122"/>
                <a:ea typeface="微软雅黑" panose="020B0503020204020204" pitchFamily="34" charset="-122"/>
              </a:rPr>
              <a:t> </a:t>
            </a:r>
            <a:endParaRPr lang="en-US" altLang="zh-CN" sz="1000" b="1" kern="0" dirty="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057792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角色与职责 </a:t>
            </a:r>
            <a:r>
              <a:rPr lang="en-US" altLang="zh-CN" dirty="0">
                <a:latin typeface="微软雅黑" panose="020B0503020204020204" pitchFamily="34" charset="-122"/>
                <a:ea typeface="微软雅黑" panose="020B0503020204020204" pitchFamily="34" charset="-122"/>
              </a:rPr>
              <a:t>Project R&amp;R </a:t>
            </a:r>
            <a:endParaRPr lang="zh-CN" altLang="en-US" dirty="0"/>
          </a:p>
        </p:txBody>
      </p:sp>
      <p:graphicFrame>
        <p:nvGraphicFramePr>
          <p:cNvPr id="55" name="图示 54"/>
          <p:cNvGraphicFramePr/>
          <p:nvPr>
            <p:extLst/>
          </p:nvPr>
        </p:nvGraphicFramePr>
        <p:xfrm>
          <a:off x="-1163906" y="1612011"/>
          <a:ext cx="6873590" cy="45708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6" name="圆角矩形 55"/>
          <p:cNvSpPr/>
          <p:nvPr/>
        </p:nvSpPr>
        <p:spPr>
          <a:xfrm>
            <a:off x="6368427" y="1079639"/>
            <a:ext cx="4455523" cy="648586"/>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u"/>
            </a:pPr>
            <a:r>
              <a:rPr lang="en-US" altLang="zh-CN" sz="1400" dirty="0">
                <a:solidFill>
                  <a:schemeClr val="tx1"/>
                </a:solidFill>
                <a:latin typeface="+mj-ea"/>
                <a:ea typeface="+mj-ea"/>
              </a:rPr>
              <a:t>Provide project resources</a:t>
            </a:r>
            <a:endParaRPr lang="zh-CN" altLang="en-US" sz="1400" dirty="0">
              <a:solidFill>
                <a:schemeClr val="tx1"/>
              </a:solidFill>
              <a:latin typeface="+mj-ea"/>
              <a:ea typeface="+mj-ea"/>
            </a:endParaRPr>
          </a:p>
        </p:txBody>
      </p:sp>
      <p:sp>
        <p:nvSpPr>
          <p:cNvPr id="57" name="圆角矩形 56"/>
          <p:cNvSpPr/>
          <p:nvPr/>
        </p:nvSpPr>
        <p:spPr>
          <a:xfrm>
            <a:off x="6373852" y="1881836"/>
            <a:ext cx="4455523" cy="797569"/>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en-US" altLang="zh-CN" sz="1400" dirty="0">
                <a:solidFill>
                  <a:schemeClr val="tx1"/>
                </a:solidFill>
                <a:latin typeface="+mj-ea"/>
                <a:ea typeface="+mj-ea"/>
              </a:rPr>
              <a:t>Coordinate project resources</a:t>
            </a:r>
          </a:p>
          <a:p>
            <a:pPr marL="285750" indent="-285750">
              <a:buFont typeface="Wingdings" panose="05000000000000000000" pitchFamily="2" charset="2"/>
              <a:buChar char="l"/>
            </a:pPr>
            <a:r>
              <a:rPr lang="en-US" altLang="zh-CN" sz="1400" dirty="0">
                <a:solidFill>
                  <a:schemeClr val="tx1"/>
                </a:solidFill>
                <a:latin typeface="+mj-ea"/>
                <a:ea typeface="+mj-ea"/>
              </a:rPr>
              <a:t>Provide guidance</a:t>
            </a:r>
          </a:p>
          <a:p>
            <a:pPr marL="285750" indent="-285750">
              <a:buFont typeface="Wingdings" panose="05000000000000000000" pitchFamily="2" charset="2"/>
              <a:buChar char="l"/>
            </a:pPr>
            <a:r>
              <a:rPr lang="en-US" altLang="zh-CN" sz="1400" dirty="0">
                <a:solidFill>
                  <a:schemeClr val="tx1"/>
                </a:solidFill>
                <a:latin typeface="+mj-ea"/>
                <a:ea typeface="+mj-ea"/>
              </a:rPr>
              <a:t>Key decision making</a:t>
            </a:r>
            <a:endParaRPr lang="zh-CN" altLang="en-US" sz="1400" dirty="0">
              <a:solidFill>
                <a:schemeClr val="tx1"/>
              </a:solidFill>
              <a:latin typeface="+mj-ea"/>
              <a:ea typeface="+mj-ea"/>
            </a:endParaRPr>
          </a:p>
        </p:txBody>
      </p:sp>
      <p:sp>
        <p:nvSpPr>
          <p:cNvPr id="58" name="圆角矩形 57"/>
          <p:cNvSpPr/>
          <p:nvPr/>
        </p:nvSpPr>
        <p:spPr>
          <a:xfrm>
            <a:off x="6368424" y="3700123"/>
            <a:ext cx="4455523" cy="1541626"/>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p"/>
            </a:pPr>
            <a:r>
              <a:rPr lang="en-US" altLang="zh-CN" sz="1400" dirty="0">
                <a:solidFill>
                  <a:schemeClr val="tx1"/>
                </a:solidFill>
                <a:latin typeface="+mj-ea"/>
                <a:ea typeface="+mj-ea"/>
              </a:rPr>
              <a:t>Manage project resources</a:t>
            </a:r>
          </a:p>
          <a:p>
            <a:pPr marL="285750" indent="-285750">
              <a:buFont typeface="Wingdings" panose="05000000000000000000" pitchFamily="2" charset="2"/>
              <a:buChar char="p"/>
            </a:pPr>
            <a:r>
              <a:rPr lang="en-US" altLang="zh-CN" sz="1400" dirty="0">
                <a:solidFill>
                  <a:schemeClr val="tx1"/>
                </a:solidFill>
                <a:latin typeface="+mj-ea"/>
                <a:ea typeface="+mj-ea"/>
              </a:rPr>
              <a:t>Manage and control project plans and changes</a:t>
            </a:r>
          </a:p>
          <a:p>
            <a:pPr marL="285750" indent="-285750">
              <a:buFont typeface="Wingdings" panose="05000000000000000000" pitchFamily="2" charset="2"/>
              <a:buChar char="p"/>
            </a:pPr>
            <a:r>
              <a:rPr lang="en-US" altLang="zh-CN" sz="1400" dirty="0">
                <a:solidFill>
                  <a:schemeClr val="tx1"/>
                </a:solidFill>
                <a:latin typeface="+mj-ea"/>
                <a:ea typeface="+mj-ea"/>
              </a:rPr>
              <a:t>Support the project team and ensure that goals are achieved</a:t>
            </a:r>
          </a:p>
          <a:p>
            <a:pPr marL="285750" indent="-285750">
              <a:buFont typeface="Wingdings" panose="05000000000000000000" pitchFamily="2" charset="2"/>
              <a:buChar char="p"/>
            </a:pPr>
            <a:r>
              <a:rPr lang="en-US" altLang="zh-CN" sz="1400" dirty="0">
                <a:solidFill>
                  <a:schemeClr val="tx1"/>
                </a:solidFill>
                <a:latin typeface="+mj-ea"/>
                <a:ea typeface="+mj-ea"/>
              </a:rPr>
              <a:t>Submit key problems to the steering committee</a:t>
            </a:r>
          </a:p>
        </p:txBody>
      </p:sp>
      <p:sp>
        <p:nvSpPr>
          <p:cNvPr id="60" name="圆角矩形 59"/>
          <p:cNvSpPr/>
          <p:nvPr/>
        </p:nvSpPr>
        <p:spPr>
          <a:xfrm>
            <a:off x="6368427" y="5429038"/>
            <a:ext cx="4455523" cy="122694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ü"/>
            </a:pPr>
            <a:r>
              <a:rPr lang="en-US" altLang="zh-CN" sz="1400" dirty="0">
                <a:solidFill>
                  <a:schemeClr val="tx1"/>
                </a:solidFill>
                <a:latin typeface="+mj-ea"/>
                <a:ea typeface="+mj-ea"/>
              </a:rPr>
              <a:t>Analyze requirements and output solutions</a:t>
            </a:r>
          </a:p>
          <a:p>
            <a:pPr marL="285750" indent="-285750">
              <a:buFont typeface="Wingdings" panose="05000000000000000000" pitchFamily="2" charset="2"/>
              <a:buChar char="ü"/>
            </a:pPr>
            <a:r>
              <a:rPr lang="en-US" altLang="zh-CN" sz="1400" dirty="0">
                <a:solidFill>
                  <a:schemeClr val="tx1"/>
                </a:solidFill>
                <a:latin typeface="+mj-ea"/>
                <a:ea typeface="+mj-ea"/>
              </a:rPr>
              <a:t>Development and tests</a:t>
            </a:r>
          </a:p>
          <a:p>
            <a:pPr marL="285750" indent="-285750">
              <a:buFont typeface="Wingdings" panose="05000000000000000000" pitchFamily="2" charset="2"/>
              <a:buChar char="ü"/>
            </a:pPr>
            <a:r>
              <a:rPr lang="en-US" altLang="zh-CN" sz="1400" dirty="0">
                <a:solidFill>
                  <a:schemeClr val="tx1"/>
                </a:solidFill>
                <a:latin typeface="+mj-ea"/>
                <a:ea typeface="+mj-ea"/>
              </a:rPr>
              <a:t>Execute and complete tasks according to plan</a:t>
            </a:r>
          </a:p>
          <a:p>
            <a:pPr marL="285750" indent="-285750">
              <a:buFont typeface="Wingdings" panose="05000000000000000000" pitchFamily="2" charset="2"/>
              <a:buChar char="ü"/>
            </a:pPr>
            <a:r>
              <a:rPr lang="en-US" altLang="zh-CN" sz="1400" dirty="0">
                <a:solidFill>
                  <a:schemeClr val="tx1"/>
                </a:solidFill>
                <a:latin typeface="+mj-ea"/>
                <a:ea typeface="+mj-ea"/>
              </a:rPr>
              <a:t>Submit project results</a:t>
            </a:r>
            <a:endParaRPr lang="zh-CN" altLang="en-US" sz="1400" dirty="0">
              <a:solidFill>
                <a:schemeClr val="tx1"/>
              </a:solidFill>
              <a:latin typeface="+mj-ea"/>
              <a:ea typeface="+mj-ea"/>
            </a:endParaRPr>
          </a:p>
        </p:txBody>
      </p:sp>
      <p:cxnSp>
        <p:nvCxnSpPr>
          <p:cNvPr id="62" name="直接连接符 61"/>
          <p:cNvCxnSpPr>
            <a:endCxn id="56" idx="1"/>
          </p:cNvCxnSpPr>
          <p:nvPr/>
        </p:nvCxnSpPr>
        <p:spPr>
          <a:xfrm flipV="1">
            <a:off x="4885765" y="1403932"/>
            <a:ext cx="1482662" cy="846288"/>
          </a:xfrm>
          <a:prstGeom prst="line">
            <a:avLst/>
          </a:prstGeom>
          <a:ln w="25400">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7" name="直接连接符 66"/>
          <p:cNvCxnSpPr>
            <a:endCxn id="57" idx="1"/>
          </p:cNvCxnSpPr>
          <p:nvPr/>
        </p:nvCxnSpPr>
        <p:spPr>
          <a:xfrm flipV="1">
            <a:off x="4885765" y="2280621"/>
            <a:ext cx="1488087" cy="802822"/>
          </a:xfrm>
          <a:prstGeom prst="line">
            <a:avLst/>
          </a:prstGeom>
          <a:ln w="25400">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V="1">
            <a:off x="4954771" y="4441126"/>
            <a:ext cx="1413653" cy="136880"/>
          </a:xfrm>
          <a:prstGeom prst="line">
            <a:avLst/>
          </a:prstGeom>
          <a:ln w="25400">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6" name="直接连接符 75"/>
          <p:cNvCxnSpPr>
            <a:endCxn id="60" idx="1"/>
          </p:cNvCxnSpPr>
          <p:nvPr/>
        </p:nvCxnSpPr>
        <p:spPr>
          <a:xfrm>
            <a:off x="4954771" y="5429037"/>
            <a:ext cx="1413656" cy="613473"/>
          </a:xfrm>
          <a:prstGeom prst="line">
            <a:avLst/>
          </a:prstGeom>
          <a:ln w="25400">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圆角矩形 17"/>
          <p:cNvSpPr/>
          <p:nvPr/>
        </p:nvSpPr>
        <p:spPr>
          <a:xfrm>
            <a:off x="6368423" y="2769055"/>
            <a:ext cx="4455523" cy="8506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US" altLang="zh-CN" sz="1400" dirty="0">
                <a:solidFill>
                  <a:schemeClr val="tx1"/>
                </a:solidFill>
                <a:latin typeface="+mj-ea"/>
                <a:ea typeface="+mj-ea"/>
              </a:rPr>
              <a:t>Confirm the blueprint design and change points</a:t>
            </a:r>
          </a:p>
          <a:p>
            <a:pPr marL="285750" indent="-285750">
              <a:buFont typeface="Wingdings" panose="05000000000000000000" pitchFamily="2" charset="2"/>
              <a:buChar char="Ø"/>
            </a:pPr>
            <a:r>
              <a:rPr lang="en-US" altLang="zh-CN" sz="1400" dirty="0">
                <a:solidFill>
                  <a:schemeClr val="tx1"/>
                </a:solidFill>
                <a:latin typeface="+mj-ea"/>
                <a:ea typeface="+mj-ea"/>
              </a:rPr>
              <a:t>Coordinate key users resources</a:t>
            </a:r>
          </a:p>
        </p:txBody>
      </p:sp>
      <p:cxnSp>
        <p:nvCxnSpPr>
          <p:cNvPr id="23" name="直接连接符 22"/>
          <p:cNvCxnSpPr>
            <a:endCxn id="18" idx="1"/>
          </p:cNvCxnSpPr>
          <p:nvPr/>
        </p:nvCxnSpPr>
        <p:spPr>
          <a:xfrm flipV="1">
            <a:off x="4885765" y="3194366"/>
            <a:ext cx="1482658" cy="505758"/>
          </a:xfrm>
          <a:prstGeom prst="line">
            <a:avLst/>
          </a:prstGeom>
          <a:ln w="25400">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81114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1"/>
            <a:ext cx="10850563" cy="805757"/>
          </a:xfrm>
        </p:spPr>
        <p:txBody>
          <a:bodyPr/>
          <a:lstStyle/>
          <a:p>
            <a:r>
              <a:rPr lang="zh-CN" altLang="en-US" dirty="0">
                <a:latin typeface="+mn-lt"/>
              </a:rPr>
              <a:t>项目沟通 </a:t>
            </a:r>
            <a:r>
              <a:rPr lang="en-US" altLang="zh-CN" dirty="0">
                <a:latin typeface="+mn-lt"/>
              </a:rPr>
              <a:t>Project Communication</a:t>
            </a:r>
            <a:endParaRPr lang="zh-CN" altLang="en-US" kern="1200" dirty="0">
              <a:latin typeface="+mn-lt"/>
            </a:endParaRPr>
          </a:p>
        </p:txBody>
      </p:sp>
      <p:graphicFrame>
        <p:nvGraphicFramePr>
          <p:cNvPr id="3" name="表格 2"/>
          <p:cNvGraphicFramePr>
            <a:graphicFrameLocks noGrp="1"/>
          </p:cNvGraphicFramePr>
          <p:nvPr>
            <p:extLst>
              <p:ext uri="{D42A27DB-BD31-4B8C-83A1-F6EECF244321}">
                <p14:modId xmlns:p14="http://schemas.microsoft.com/office/powerpoint/2010/main" val="3253511779"/>
              </p:ext>
            </p:extLst>
          </p:nvPr>
        </p:nvGraphicFramePr>
        <p:xfrm>
          <a:off x="593610" y="1298943"/>
          <a:ext cx="11265029" cy="3669421"/>
        </p:xfrm>
        <a:graphic>
          <a:graphicData uri="http://schemas.openxmlformats.org/drawingml/2006/table">
            <a:tbl>
              <a:tblPr/>
              <a:tblGrid>
                <a:gridCol w="1611275">
                  <a:extLst>
                    <a:ext uri="{9D8B030D-6E8A-4147-A177-3AD203B41FA5}">
                      <a16:colId xmlns:a16="http://schemas.microsoft.com/office/drawing/2014/main" xmlns="" val="20000"/>
                    </a:ext>
                  </a:extLst>
                </a:gridCol>
                <a:gridCol w="1930487">
                  <a:extLst>
                    <a:ext uri="{9D8B030D-6E8A-4147-A177-3AD203B41FA5}">
                      <a16:colId xmlns:a16="http://schemas.microsoft.com/office/drawing/2014/main" xmlns="" val="20001"/>
                    </a:ext>
                  </a:extLst>
                </a:gridCol>
                <a:gridCol w="2775097">
                  <a:extLst>
                    <a:ext uri="{9D8B030D-6E8A-4147-A177-3AD203B41FA5}">
                      <a16:colId xmlns:a16="http://schemas.microsoft.com/office/drawing/2014/main" xmlns="" val="20002"/>
                    </a:ext>
                  </a:extLst>
                </a:gridCol>
                <a:gridCol w="1564460">
                  <a:extLst>
                    <a:ext uri="{9D8B030D-6E8A-4147-A177-3AD203B41FA5}">
                      <a16:colId xmlns:a16="http://schemas.microsoft.com/office/drawing/2014/main" xmlns="" val="20003"/>
                    </a:ext>
                  </a:extLst>
                </a:gridCol>
                <a:gridCol w="1050141">
                  <a:extLst>
                    <a:ext uri="{9D8B030D-6E8A-4147-A177-3AD203B41FA5}">
                      <a16:colId xmlns:a16="http://schemas.microsoft.com/office/drawing/2014/main" xmlns="" val="20004"/>
                    </a:ext>
                  </a:extLst>
                </a:gridCol>
                <a:gridCol w="2333569">
                  <a:extLst>
                    <a:ext uri="{9D8B030D-6E8A-4147-A177-3AD203B41FA5}">
                      <a16:colId xmlns:a16="http://schemas.microsoft.com/office/drawing/2014/main" xmlns="" val="20005"/>
                    </a:ext>
                  </a:extLst>
                </a:gridCol>
              </a:tblGrid>
              <a:tr h="712737">
                <a:tc>
                  <a:txBody>
                    <a:bodyPr/>
                    <a:lstStyle/>
                    <a:p>
                      <a:pPr algn="ctr" rtl="0"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Type of Communication</a:t>
                      </a: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Frequency</a:t>
                      </a: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Purpose and Content</a:t>
                      </a: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Output</a:t>
                      </a: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r>
                        <a:rPr lang="zh-CN" altLang="en-US" sz="1100" b="1" i="0" u="none" strike="noStrike" dirty="0">
                          <a:solidFill>
                            <a:srgbClr val="FFFFFF"/>
                          </a:solidFill>
                          <a:effectLst/>
                          <a:latin typeface="微软雅黑" panose="020B0503020204020204" pitchFamily="34" charset="-122"/>
                          <a:ea typeface="微软雅黑" panose="020B0503020204020204" pitchFamily="34" charset="-122"/>
                        </a:rPr>
                        <a:t>Originator</a:t>
                      </a: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ctr" rtl="0" fontAlgn="ct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Attendees </a:t>
                      </a:r>
                      <a:r>
                        <a:rPr lang="en-US" altLang="zh-CN" sz="1100" b="1" i="0" u="none" strike="noStrike">
                          <a:solidFill>
                            <a:srgbClr val="FFFFFF"/>
                          </a:solidFill>
                          <a:effectLst/>
                          <a:latin typeface="微软雅黑" panose="020B0503020204020204" pitchFamily="34" charset="-122"/>
                          <a:ea typeface="微软雅黑" panose="020B0503020204020204" pitchFamily="34" charset="-122"/>
                        </a:rPr>
                        <a:t>/ </a:t>
                      </a:r>
                      <a:r>
                        <a:rPr lang="zh-CN" altLang="en-US" sz="1100" b="1" i="0" u="none" strike="noStrike">
                          <a:solidFill>
                            <a:srgbClr val="FFFFFF"/>
                          </a:solidFill>
                          <a:effectLst/>
                          <a:latin typeface="微软雅黑" panose="020B0503020204020204" pitchFamily="34" charset="-122"/>
                          <a:ea typeface="微软雅黑" panose="020B0503020204020204" pitchFamily="34" charset="-122"/>
                        </a:rPr>
                        <a:t>Senders</a:t>
                      </a: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xmlns="" val="10000"/>
                  </a:ext>
                </a:extLst>
              </a:tr>
              <a:tr h="1478342">
                <a:tc>
                  <a:txBody>
                    <a:bodyPr/>
                    <a:lstStyle/>
                    <a:p>
                      <a:pPr algn="l" rtl="0" fontAlgn="ctr"/>
                      <a:r>
                        <a:rPr lang="en-US" altLang="zh-CN" sz="1100" b="1" i="0" u="none" strike="noStrike" dirty="0" smtClean="0">
                          <a:solidFill>
                            <a:srgbClr val="000000"/>
                          </a:solidFill>
                          <a:effectLst/>
                          <a:latin typeface="微软雅黑" panose="020B0503020204020204" pitchFamily="34" charset="-122"/>
                          <a:ea typeface="微软雅黑" panose="020B0503020204020204" pitchFamily="34" charset="-122"/>
                        </a:rPr>
                        <a:t>Weekly</a:t>
                      </a:r>
                      <a:r>
                        <a:rPr lang="en-US" altLang="zh-CN" sz="1100" b="1" i="0" u="none" strike="noStrike" baseline="0" dirty="0" smtClean="0">
                          <a:solidFill>
                            <a:srgbClr val="000000"/>
                          </a:solidFill>
                          <a:effectLst/>
                          <a:latin typeface="微软雅黑" panose="020B0503020204020204" pitchFamily="34" charset="-122"/>
                          <a:ea typeface="微软雅黑" panose="020B0503020204020204" pitchFamily="34" charset="-122"/>
                        </a:rPr>
                        <a:t> Report</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rtl="0" fontAlgn="ctr"/>
                      <a:r>
                        <a:rPr lang="zh-CN" altLang="en-US" sz="1100" b="1" i="0" u="none" strike="noStrike" dirty="0" smtClean="0">
                          <a:solidFill>
                            <a:schemeClr val="tx1"/>
                          </a:solidFill>
                          <a:effectLst/>
                          <a:latin typeface="微软雅黑" panose="020B0503020204020204" pitchFamily="34" charset="-122"/>
                          <a:ea typeface="微软雅黑" panose="020B0503020204020204" pitchFamily="34" charset="-122"/>
                        </a:rPr>
                        <a:t>Every </a:t>
                      </a:r>
                      <a:r>
                        <a:rPr lang="en-US" altLang="zh-CN" sz="1100" b="1" i="0" u="none" strike="noStrike" dirty="0" smtClean="0">
                          <a:solidFill>
                            <a:schemeClr val="tx1"/>
                          </a:solidFill>
                          <a:effectLst/>
                          <a:latin typeface="+mn-lt"/>
                          <a:ea typeface="+mn-ea"/>
                        </a:rPr>
                        <a:t>Friday </a:t>
                      </a:r>
                      <a:r>
                        <a:rPr lang="en-US" altLang="zh-CN" sz="1100" b="1" i="0" u="none" strike="noStrike" dirty="0" smtClean="0">
                          <a:solidFill>
                            <a:schemeClr val="tx1"/>
                          </a:solidFill>
                          <a:effectLst/>
                          <a:latin typeface="微软雅黑" panose="020B0503020204020204" pitchFamily="34" charset="-122"/>
                          <a:ea typeface="微软雅黑" panose="020B0503020204020204" pitchFamily="34" charset="-122"/>
                        </a:rPr>
                        <a:t>till project</a:t>
                      </a:r>
                      <a:r>
                        <a:rPr lang="en-US" altLang="zh-CN" sz="1100" b="1" i="0" u="none" strike="noStrike" baseline="0" dirty="0" smtClean="0">
                          <a:solidFill>
                            <a:schemeClr val="tx1"/>
                          </a:solidFill>
                          <a:effectLst/>
                          <a:latin typeface="微软雅黑" panose="020B0503020204020204" pitchFamily="34" charset="-122"/>
                          <a:ea typeface="微软雅黑" panose="020B0503020204020204" pitchFamily="34" charset="-122"/>
                        </a:rPr>
                        <a:t> go-live</a:t>
                      </a:r>
                      <a:endParaRPr lang="en-US" altLang="zh-CN" sz="1100" b="1" i="0" u="none" strike="noStrike" dirty="0" smtClean="0">
                        <a:solidFill>
                          <a:schemeClr val="tx1"/>
                        </a:solidFill>
                        <a:effectLst/>
                        <a:latin typeface="微软雅黑" panose="020B0503020204020204" pitchFamily="34" charset="-122"/>
                        <a:ea typeface="微软雅黑" panose="020B0503020204020204" pitchFamily="34" charset="-122"/>
                      </a:endParaRPr>
                    </a:p>
                    <a:p>
                      <a:pPr algn="l" rtl="0" fontAlgn="ctr"/>
                      <a:r>
                        <a:rPr lang="en-US" altLang="zh-CN" sz="1100" b="1" i="0" u="none" strike="noStrike" baseline="0" dirty="0" smtClean="0">
                          <a:solidFill>
                            <a:srgbClr val="FF0000"/>
                          </a:solidFill>
                          <a:effectLst/>
                          <a:latin typeface="微软雅黑" panose="020B0503020204020204" pitchFamily="34" charset="-122"/>
                          <a:ea typeface="微软雅黑" panose="020B0503020204020204" pitchFamily="34" charset="-122"/>
                        </a:rPr>
                        <a:t>APC 16:00-16:30</a:t>
                      </a:r>
                      <a:endParaRPr lang="en-US" altLang="zh-CN" sz="1100" b="1" i="0" u="none" strike="noStrike" dirty="0" smtClean="0">
                        <a:solidFill>
                          <a:srgbClr val="FF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rtl="0" fontAlgn="ctr"/>
                      <a:r>
                        <a:rPr lang="zh-CN" altLang="en-US" sz="1100" b="0" i="0" u="none" strike="noStrike" dirty="0" smtClean="0">
                          <a:solidFill>
                            <a:schemeClr val="tx1"/>
                          </a:solidFill>
                          <a:effectLst/>
                          <a:latin typeface="微软雅黑" panose="020B0503020204020204" pitchFamily="34" charset="-122"/>
                          <a:ea typeface="微软雅黑" panose="020B0503020204020204" pitchFamily="34" charset="-122"/>
                        </a:rPr>
                        <a:t>Email report on project progress</a:t>
                      </a:r>
                    </a:p>
                    <a:p>
                      <a:pPr algn="l" rtl="0" fontAlgn="ct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rtl="0" fontAlgn="ctr"/>
                      <a:r>
                        <a:rPr lang="zh-CN" altLang="en-US" sz="1100" b="0" i="0" u="none" strike="noStrike" dirty="0" smtClean="0">
                          <a:solidFill>
                            <a:schemeClr val="tx1"/>
                          </a:solidFill>
                          <a:effectLst/>
                          <a:latin typeface="微软雅黑" panose="020B0503020204020204" pitchFamily="34" charset="-122"/>
                          <a:ea typeface="微软雅黑" panose="020B0503020204020204" pitchFamily="34" charset="-122"/>
                        </a:rPr>
                        <a:t>Project Progress Report</a:t>
                      </a: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rtl="0" fontAlgn="ctr"/>
                      <a:r>
                        <a:rPr lang="en-US" sz="1100" b="0" i="0" u="none" strike="noStrike" dirty="0" smtClean="0">
                          <a:solidFill>
                            <a:srgbClr val="000000"/>
                          </a:solidFill>
                          <a:effectLst/>
                          <a:latin typeface="微软雅黑" panose="020B0503020204020204" pitchFamily="34" charset="-122"/>
                          <a:ea typeface="微软雅黑" panose="020B0503020204020204" pitchFamily="34" charset="-122"/>
                        </a:rPr>
                        <a:t>IT </a:t>
                      </a:r>
                      <a:endParaRPr 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rtl="0" fontAlgn="ctr"/>
                      <a:r>
                        <a:rPr lang="en-US" altLang="zh-CN" sz="1100" b="0" i="0" u="none" strike="noStrike" dirty="0" smtClean="0">
                          <a:solidFill>
                            <a:srgbClr val="000000"/>
                          </a:solidFill>
                          <a:effectLst/>
                          <a:latin typeface="微软雅黑" panose="020B0503020204020204" pitchFamily="34" charset="-122"/>
                          <a:ea typeface="微软雅黑" panose="020B0503020204020204" pitchFamily="34" charset="-122"/>
                        </a:rPr>
                        <a:t>IT Members</a:t>
                      </a:r>
                      <a:r>
                        <a:rPr lang="en-US" altLang="zh-CN" sz="1100" b="0" i="0" u="none" strike="noStrike" baseline="0" dirty="0" smtClean="0">
                          <a:solidFill>
                            <a:srgbClr val="000000"/>
                          </a:solidFill>
                          <a:effectLst/>
                          <a:latin typeface="微软雅黑" panose="020B0503020204020204" pitchFamily="34" charset="-122"/>
                          <a:ea typeface="微软雅黑" panose="020B0503020204020204" pitchFamily="34" charset="-122"/>
                        </a:rPr>
                        <a:t> </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0002"/>
                  </a:ext>
                </a:extLst>
              </a:tr>
              <a:tr h="1478342">
                <a:tc>
                  <a:txBody>
                    <a:bodyPr/>
                    <a:lstStyle/>
                    <a:p>
                      <a:pPr algn="l" rtl="0" fontAlgn="ctr"/>
                      <a:r>
                        <a:rPr lang="en-GB" altLang="zh-CN" sz="1100" b="1" i="0" u="none" strike="noStrike" dirty="0" smtClean="0">
                          <a:solidFill>
                            <a:srgbClr val="000000"/>
                          </a:solidFill>
                          <a:effectLst/>
                          <a:latin typeface="微软雅黑" panose="020B0503020204020204" pitchFamily="34" charset="-122"/>
                          <a:ea typeface="微软雅黑" panose="020B0503020204020204" pitchFamily="34" charset="-122"/>
                        </a:rPr>
                        <a:t>Weekly meeting – Project </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l" defTabSz="914354" rtl="0" eaLnBrk="1" fontAlgn="ctr" latinLnBrk="0" hangingPunct="1">
                        <a:lnSpc>
                          <a:spcPct val="100000"/>
                        </a:lnSpc>
                        <a:spcBef>
                          <a:spcPts val="0"/>
                        </a:spcBef>
                        <a:spcAft>
                          <a:spcPts val="0"/>
                        </a:spcAft>
                        <a:buClrTx/>
                        <a:buSzTx/>
                        <a:buFontTx/>
                        <a:buNone/>
                        <a:tabLst/>
                        <a:defRPr/>
                      </a:pPr>
                      <a:r>
                        <a:rPr lang="zh-CN" altLang="en-US" sz="1100" b="1" i="0" u="none" strike="noStrike" dirty="0" smtClean="0">
                          <a:solidFill>
                            <a:schemeClr val="tx1"/>
                          </a:solidFill>
                          <a:effectLst/>
                          <a:latin typeface="微软雅黑" panose="020B0503020204020204" pitchFamily="34" charset="-122"/>
                          <a:ea typeface="微软雅黑" panose="020B0503020204020204" pitchFamily="34" charset="-122"/>
                        </a:rPr>
                        <a:t>Every </a:t>
                      </a:r>
                      <a:r>
                        <a:rPr lang="en-US" altLang="zh-CN" sz="1100" b="1" i="0" u="none" strike="noStrike" dirty="0" smtClean="0">
                          <a:solidFill>
                            <a:schemeClr val="tx1"/>
                          </a:solidFill>
                          <a:effectLst/>
                          <a:latin typeface="+mn-lt"/>
                          <a:ea typeface="+mn-ea"/>
                        </a:rPr>
                        <a:t>Saturday </a:t>
                      </a:r>
                      <a:r>
                        <a:rPr lang="en-US" altLang="zh-CN" sz="1100" b="1" i="0" u="none" strike="noStrike" dirty="0" smtClean="0">
                          <a:solidFill>
                            <a:schemeClr val="tx1"/>
                          </a:solidFill>
                          <a:effectLst/>
                          <a:latin typeface="微软雅黑" panose="020B0503020204020204" pitchFamily="34" charset="-122"/>
                          <a:ea typeface="微软雅黑" panose="020B0503020204020204" pitchFamily="34" charset="-122"/>
                        </a:rPr>
                        <a:t>till project</a:t>
                      </a:r>
                      <a:r>
                        <a:rPr lang="en-US" altLang="zh-CN" sz="1100" b="1" i="0" u="none" strike="noStrike" baseline="0" dirty="0" smtClean="0">
                          <a:solidFill>
                            <a:schemeClr val="tx1"/>
                          </a:solidFill>
                          <a:effectLst/>
                          <a:latin typeface="微软雅黑" panose="020B0503020204020204" pitchFamily="34" charset="-122"/>
                          <a:ea typeface="微软雅黑" panose="020B0503020204020204" pitchFamily="34" charset="-122"/>
                        </a:rPr>
                        <a:t> go-live </a:t>
                      </a:r>
                      <a:endParaRPr lang="en-US" altLang="zh-CN" sz="1100" b="1" i="0" u="none" strike="noStrike" dirty="0" smtClean="0">
                        <a:solidFill>
                          <a:schemeClr val="tx1"/>
                        </a:solidFill>
                        <a:effectLst/>
                        <a:latin typeface="微软雅黑" panose="020B0503020204020204" pitchFamily="34" charset="-122"/>
                        <a:ea typeface="微软雅黑" panose="020B0503020204020204" pitchFamily="34" charset="-122"/>
                      </a:endParaRPr>
                    </a:p>
                    <a:p>
                      <a:pPr algn="l" rtl="0" fontAlgn="ctr"/>
                      <a:endParaRPr lang="en-US" altLang="zh-CN" sz="1100" b="1" i="0" u="none" strike="noStrike" dirty="0" smtClean="0">
                        <a:solidFill>
                          <a:srgbClr val="FF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l" defTabSz="914354" rtl="0" eaLnBrk="1" fontAlgn="ctr" latinLnBrk="0" hangingPunct="1">
                        <a:lnSpc>
                          <a:spcPct val="100000"/>
                        </a:lnSpc>
                        <a:spcBef>
                          <a:spcPts val="0"/>
                        </a:spcBef>
                        <a:spcAft>
                          <a:spcPts val="0"/>
                        </a:spcAft>
                        <a:buClrTx/>
                        <a:buSzTx/>
                        <a:buFontTx/>
                        <a:buNone/>
                        <a:tabLst/>
                        <a:defRPr/>
                      </a:pPr>
                      <a:r>
                        <a:rPr lang="zh-CN" altLang="en-US" sz="1100" b="0" i="0" u="none" strike="noStrike" dirty="0" smtClean="0">
                          <a:solidFill>
                            <a:schemeClr val="tx1"/>
                          </a:solidFill>
                          <a:effectLst/>
                          <a:latin typeface="微软雅黑" panose="020B0503020204020204" pitchFamily="34" charset="-122"/>
                          <a:ea typeface="微软雅黑" panose="020B0503020204020204" pitchFamily="34" charset="-122"/>
                        </a:rPr>
                        <a:t>Report on the progress of the project</a:t>
                      </a:r>
                      <a:br>
                        <a:rPr lang="zh-CN" altLang="en-US" sz="1100" b="0" i="0" u="none" strike="noStrike" dirty="0" smtClean="0">
                          <a:solidFill>
                            <a:schemeClr val="tx1"/>
                          </a:solidFill>
                          <a:effectLst/>
                          <a:latin typeface="微软雅黑" panose="020B0503020204020204" pitchFamily="34" charset="-122"/>
                          <a:ea typeface="微软雅黑" panose="020B0503020204020204" pitchFamily="34" charset="-122"/>
                        </a:rPr>
                      </a:br>
                      <a:r>
                        <a:rPr lang="zh-CN" altLang="en-US" sz="1100" b="0" i="0" u="none" strike="noStrike" dirty="0" smtClean="0">
                          <a:solidFill>
                            <a:schemeClr val="tx1"/>
                          </a:solidFill>
                          <a:effectLst/>
                          <a:latin typeface="微软雅黑" panose="020B0503020204020204" pitchFamily="34" charset="-122"/>
                          <a:ea typeface="微软雅黑" panose="020B0503020204020204" pitchFamily="34" charset="-122"/>
                        </a:rPr>
                        <a:t>Next work plan</a:t>
                      </a:r>
                      <a:br>
                        <a:rPr lang="zh-CN" altLang="en-US" sz="1100" b="0" i="0" u="none" strike="noStrike" dirty="0" smtClean="0">
                          <a:solidFill>
                            <a:schemeClr val="tx1"/>
                          </a:solidFill>
                          <a:effectLst/>
                          <a:latin typeface="微软雅黑" panose="020B0503020204020204" pitchFamily="34" charset="-122"/>
                          <a:ea typeface="微软雅黑" panose="020B0503020204020204" pitchFamily="34" charset="-122"/>
                        </a:rPr>
                      </a:br>
                      <a:r>
                        <a:rPr lang="zh-CN" altLang="en-US" sz="1100" b="0" i="0" u="none" strike="noStrike" dirty="0" smtClean="0">
                          <a:solidFill>
                            <a:schemeClr val="tx1"/>
                          </a:solidFill>
                          <a:effectLst/>
                          <a:latin typeface="微软雅黑" panose="020B0503020204020204" pitchFamily="34" charset="-122"/>
                          <a:ea typeface="微软雅黑" panose="020B0503020204020204" pitchFamily="34" charset="-122"/>
                        </a:rPr>
                        <a:t>Where help is needed</a:t>
                      </a:r>
                    </a:p>
                    <a:p>
                      <a:pPr algn="l" rtl="0" fontAlgn="ct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indent="0" algn="l" defTabSz="914354" rtl="0" eaLnBrk="1" fontAlgn="ctr" latinLnBrk="0" hangingPunct="1">
                        <a:lnSpc>
                          <a:spcPct val="100000"/>
                        </a:lnSpc>
                        <a:spcBef>
                          <a:spcPts val="0"/>
                        </a:spcBef>
                        <a:spcAft>
                          <a:spcPts val="0"/>
                        </a:spcAft>
                        <a:buClrTx/>
                        <a:buSzTx/>
                        <a:buFontTx/>
                        <a:buNone/>
                        <a:tabLst/>
                        <a:defRPr/>
                      </a:pPr>
                      <a:r>
                        <a:rPr lang="zh-CN" altLang="en-US" sz="1100" b="0" i="0" u="none" strike="noStrike" dirty="0" smtClean="0">
                          <a:solidFill>
                            <a:schemeClr val="tx1"/>
                          </a:solidFill>
                          <a:effectLst/>
                          <a:latin typeface="微软雅黑" panose="020B0503020204020204" pitchFamily="34" charset="-122"/>
                          <a:ea typeface="微软雅黑" panose="020B0503020204020204" pitchFamily="34" charset="-122"/>
                        </a:rPr>
                        <a:t>Meeting Minutes</a:t>
                      </a:r>
                    </a:p>
                    <a:p>
                      <a:pPr algn="l" rtl="0" fontAlgn="ctr"/>
                      <a:endParaRPr lang="zh-CN" altLang="en-US" sz="1100" b="0" i="0" u="none" strike="noStrike" dirty="0">
                        <a:solidFill>
                          <a:schemeClr val="tx1"/>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rtl="0" fontAlgn="ctr"/>
                      <a:r>
                        <a:rPr lang="en-US" sz="1100" b="0" i="0" u="none" strike="noStrike" dirty="0" smtClean="0">
                          <a:solidFill>
                            <a:srgbClr val="000000"/>
                          </a:solidFill>
                          <a:effectLst/>
                          <a:latin typeface="微软雅黑" panose="020B0503020204020204" pitchFamily="34" charset="-122"/>
                          <a:ea typeface="微软雅黑" panose="020B0503020204020204" pitchFamily="34" charset="-122"/>
                        </a:rPr>
                        <a:t>IT</a:t>
                      </a:r>
                      <a:endParaRPr 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c>
                  <a:txBody>
                    <a:bodyPr/>
                    <a:lstStyle/>
                    <a:p>
                      <a:pPr algn="l" rtl="0" fontAlgn="ctr"/>
                      <a:r>
                        <a:rPr lang="en-GB" altLang="zh-CN" sz="1100" b="0" i="0" u="none" strike="noStrike" dirty="0" smtClean="0">
                          <a:solidFill>
                            <a:srgbClr val="000000"/>
                          </a:solidFill>
                          <a:effectLst/>
                          <a:latin typeface="微软雅黑" panose="020B0503020204020204" pitchFamily="34" charset="-122"/>
                          <a:ea typeface="微软雅黑" panose="020B0503020204020204" pitchFamily="34" charset="-122"/>
                        </a:rPr>
                        <a:t>Biz</a:t>
                      </a:r>
                      <a:r>
                        <a:rPr lang="en-GB" altLang="zh-CN" sz="1100" b="0" i="0" u="none" strike="noStrike" baseline="0" dirty="0" smtClean="0">
                          <a:solidFill>
                            <a:srgbClr val="000000"/>
                          </a:solidFill>
                          <a:effectLst/>
                          <a:latin typeface="微软雅黑" panose="020B0503020204020204" pitchFamily="34" charset="-122"/>
                          <a:ea typeface="微软雅黑" panose="020B0503020204020204" pitchFamily="34" charset="-122"/>
                        </a:rPr>
                        <a:t> , Production , FG Team members </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4619" marR="4619" marT="4619"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95000"/>
                      </a:schemeClr>
                    </a:solidFill>
                  </a:tcPr>
                </a:tc>
              </a:tr>
            </a:tbl>
          </a:graphicData>
        </a:graphic>
      </p:graphicFrame>
      <p:sp>
        <p:nvSpPr>
          <p:cNvPr id="4" name="五角星 3"/>
          <p:cNvSpPr/>
          <p:nvPr/>
        </p:nvSpPr>
        <p:spPr bwMode="auto">
          <a:xfrm>
            <a:off x="251604" y="1598642"/>
            <a:ext cx="271604" cy="307818"/>
          </a:xfrm>
          <a:prstGeom prst="star5">
            <a:avLst/>
          </a:prstGeom>
          <a:solidFill>
            <a:srgbClr val="FF0000"/>
          </a:solidFill>
          <a:ln w="12700" cmpd="sng">
            <a:noFill/>
            <a:round/>
            <a:headEnd/>
            <a:tailEnd/>
          </a:ln>
          <a:effectLst/>
        </p:spPr>
        <p:txBody>
          <a:bodyPr lIns="36000" tIns="36000" rIns="36000" bIns="36000" rtlCol="0" anchor="ctr"/>
          <a:lstStyle/>
          <a:p>
            <a:pPr algn="ctr"/>
            <a:endParaRPr kumimoji="1" lang="zh-CN" altLang="en-US" b="0">
              <a:solidFill>
                <a:schemeClr val="tx2">
                  <a:lumMod val="60000"/>
                  <a:lumOff val="40000"/>
                </a:schemeClr>
              </a:solidFill>
              <a:ea typeface="微软雅黑" pitchFamily="34" charset="-122"/>
            </a:endParaRPr>
          </a:p>
        </p:txBody>
      </p:sp>
    </p:spTree>
    <p:extLst>
      <p:ext uri="{BB962C8B-B14F-4D97-AF65-F5344CB8AC3E}">
        <p14:creationId xmlns:p14="http://schemas.microsoft.com/office/powerpoint/2010/main" val="33872333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1"/>
            <a:ext cx="10850563" cy="805757"/>
          </a:xfrm>
        </p:spPr>
        <p:txBody>
          <a:bodyPr/>
          <a:lstStyle/>
          <a:p>
            <a:pPr eaLnBrk="0" latinLnBrk="1" hangingPunct="0"/>
            <a:r>
              <a:rPr lang="zh-CN" altLang="en-US" dirty="0">
                <a:latin typeface="+mn-lt"/>
                <a:ea typeface="微软雅黑" pitchFamily="34" charset="-122"/>
              </a:rPr>
              <a:t>项目沟通</a:t>
            </a:r>
            <a:r>
              <a:rPr lang="en-US" altLang="zh-CN" dirty="0">
                <a:latin typeface="+mn-lt"/>
                <a:ea typeface="微软雅黑" pitchFamily="34" charset="-122"/>
              </a:rPr>
              <a:t>-</a:t>
            </a:r>
            <a:r>
              <a:rPr lang="zh-CN" altLang="en-US" dirty="0">
                <a:latin typeface="+mn-lt"/>
                <a:ea typeface="微软雅黑" pitchFamily="34" charset="-122"/>
              </a:rPr>
              <a:t>工具 </a:t>
            </a:r>
            <a:r>
              <a:rPr lang="en-US" altLang="zh-CN" dirty="0">
                <a:latin typeface="+mn-lt"/>
                <a:ea typeface="微软雅黑" pitchFamily="34" charset="-122"/>
              </a:rPr>
              <a:t>Project Communication- Tools</a:t>
            </a:r>
            <a:endParaRPr lang="zh-CN" altLang="en-US" dirty="0">
              <a:latin typeface="+mn-lt"/>
              <a:ea typeface="微软雅黑" pitchFamily="34" charset="-122"/>
            </a:endParaRPr>
          </a:p>
        </p:txBody>
      </p:sp>
      <p:sp>
        <p:nvSpPr>
          <p:cNvPr id="7" name="圆角矩形 6"/>
          <p:cNvSpPr/>
          <p:nvPr/>
        </p:nvSpPr>
        <p:spPr>
          <a:xfrm>
            <a:off x="1203075" y="1527776"/>
            <a:ext cx="3702867" cy="737857"/>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t>Email</a:t>
            </a:r>
          </a:p>
        </p:txBody>
      </p:sp>
      <p:sp>
        <p:nvSpPr>
          <p:cNvPr id="9" name="圆角矩形 8"/>
          <p:cNvSpPr/>
          <p:nvPr/>
        </p:nvSpPr>
        <p:spPr>
          <a:xfrm>
            <a:off x="6233738" y="1527776"/>
            <a:ext cx="3791855" cy="737857"/>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t>WhatsApp</a:t>
            </a:r>
          </a:p>
        </p:txBody>
      </p:sp>
    </p:spTree>
    <p:extLst>
      <p:ext uri="{BB962C8B-B14F-4D97-AF65-F5344CB8AC3E}">
        <p14:creationId xmlns:p14="http://schemas.microsoft.com/office/powerpoint/2010/main" val="38296207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xmlns="" id="{A6A819F1-33AF-45D7-8BF6-2B0A9769CAD4}"/>
              </a:ext>
            </a:extLst>
          </p:cNvPr>
          <p:cNvGraphicFramePr>
            <a:graphicFrameLocks noChangeAspect="1"/>
          </p:cNvGraphicFramePr>
          <p:nvPr>
            <p:custDataLst>
              <p:tags r:id="rId3"/>
            </p:custDataLst>
            <p:extLst>
              <p:ext uri="{D42A27DB-BD31-4B8C-83A1-F6EECF244321}">
                <p14:modId xmlns:p14="http://schemas.microsoft.com/office/powerpoint/2010/main" val="1096986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613" name="think-cell Slide" r:id="rId6" imgW="347" imgH="348" progId="TCLayout.ActiveDocument.1">
                  <p:embed/>
                </p:oleObj>
              </mc:Choice>
              <mc:Fallback>
                <p:oleObj name="think-cell Slide" r:id="rId6" imgW="347" imgH="348" progId="TCLayout.ActiveDocument.1">
                  <p:embed/>
                  <p:pic>
                    <p:nvPicPr>
                      <p:cNvPr id="3" name="对象 2" hidden="1">
                        <a:extLst>
                          <a:ext uri="{FF2B5EF4-FFF2-40B4-BE49-F238E27FC236}">
                            <a16:creationId xmlns:a16="http://schemas.microsoft.com/office/drawing/2014/main" xmlns="" id="{A6A819F1-33AF-45D7-8BF6-2B0A9769CAD4}"/>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矩形 1" hidden="1">
            <a:extLst>
              <a:ext uri="{FF2B5EF4-FFF2-40B4-BE49-F238E27FC236}">
                <a16:creationId xmlns:a16="http://schemas.microsoft.com/office/drawing/2014/main" xmlns="" id="{FF51F16D-1BAD-46EE-A6F4-B8B94C9DF628}"/>
              </a:ext>
            </a:extLst>
          </p:cNvPr>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 name="标题 4"/>
          <p:cNvSpPr>
            <a:spLocks noGrp="1"/>
          </p:cNvSpPr>
          <p:nvPr>
            <p:ph type="ctrTitle"/>
          </p:nvPr>
        </p:nvSpPr>
        <p:spPr>
          <a:xfrm>
            <a:off x="6240379" y="2336771"/>
            <a:ext cx="5280109" cy="1953042"/>
          </a:xfrm>
        </p:spPr>
        <p:txBody>
          <a:bodyPr>
            <a:normAutofit fontScale="90000"/>
          </a:bodyPr>
          <a:lstStyle/>
          <a:p>
            <a:r>
              <a:rPr lang="en-US" altLang="zh-CN" sz="8000" b="0" dirty="0">
                <a:solidFill>
                  <a:schemeClr val="accent2"/>
                </a:solidFill>
                <a:latin typeface="Arial Black" panose="020B0A04020102020204" pitchFamily="34" charset="0"/>
              </a:rPr>
              <a:t>Thanks</a:t>
            </a:r>
            <a:r>
              <a:rPr lang="en-US" altLang="zh-CN" dirty="0">
                <a:latin typeface="Arial Black" panose="020B0A04020102020204" pitchFamily="34" charset="0"/>
              </a:rPr>
              <a:t/>
            </a:r>
            <a:br>
              <a:rPr lang="en-US" altLang="zh-CN" dirty="0">
                <a:latin typeface="Arial Black" panose="020B0A04020102020204" pitchFamily="34" charset="0"/>
              </a:rPr>
            </a:br>
            <a:r>
              <a:rPr lang="zh-TW" altLang="en-US" sz="2800" dirty="0">
                <a:latin typeface="Arial Black" panose="020B0A04020102020204" pitchFamily="34" charset="0"/>
              </a:rPr>
              <a:t>態度決定高度</a:t>
            </a:r>
            <a:r>
              <a:rPr lang="en-US" altLang="zh-TW" sz="2800" dirty="0">
                <a:latin typeface="Arial Black" panose="020B0A04020102020204" pitchFamily="34" charset="0"/>
              </a:rPr>
              <a:t/>
            </a:r>
            <a:br>
              <a:rPr lang="en-US" altLang="zh-TW" sz="2800" dirty="0">
                <a:latin typeface="Arial Black" panose="020B0A04020102020204" pitchFamily="34" charset="0"/>
              </a:rPr>
            </a:br>
            <a:r>
              <a:rPr lang="en-US" altLang="zh-TW" sz="2800" dirty="0">
                <a:latin typeface="Arial Black" panose="020B0A04020102020204" pitchFamily="34" charset="0"/>
              </a:rPr>
              <a:t>Attitude is altitude</a:t>
            </a:r>
            <a:endParaRPr lang="zh-CN" altLang="en-US" sz="2800" dirty="0">
              <a:latin typeface="Arial Black" panose="020B0A04020102020204" pitchFamily="34" charset="0"/>
            </a:endParaRPr>
          </a:p>
        </p:txBody>
      </p:sp>
      <p:cxnSp>
        <p:nvCxnSpPr>
          <p:cNvPr id="8" name="直接连接符 7">
            <a:extLst>
              <a:ext uri="{FF2B5EF4-FFF2-40B4-BE49-F238E27FC236}">
                <a16:creationId xmlns:a16="http://schemas.microsoft.com/office/drawing/2014/main" xmlns="" id="{B1C99C41-FA3C-4143-91D8-921EA092CD73}"/>
              </a:ext>
            </a:extLst>
          </p:cNvPr>
          <p:cNvCxnSpPr/>
          <p:nvPr/>
        </p:nvCxnSpPr>
        <p:spPr>
          <a:xfrm>
            <a:off x="6240379" y="4771589"/>
            <a:ext cx="48768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圖片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43489" y="4355759"/>
            <a:ext cx="4844384" cy="405998"/>
          </a:xfrm>
          <a:prstGeom prst="rect">
            <a:avLst/>
          </a:prstGeom>
        </p:spPr>
      </p:pic>
    </p:spTree>
    <p:extLst>
      <p:ext uri="{BB962C8B-B14F-4D97-AF65-F5344CB8AC3E}">
        <p14:creationId xmlns:p14="http://schemas.microsoft.com/office/powerpoint/2010/main" val="125904303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ISLIDE.THEME" val="225bf695-daa2-4759-97b7-6398e4bba18c"/>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FD4439"/>
      </a:accent1>
      <a:accent2>
        <a:srgbClr val="3C72CF"/>
      </a:accent2>
      <a:accent3>
        <a:srgbClr val="FF6A26"/>
      </a:accent3>
      <a:accent4>
        <a:srgbClr val="969696"/>
      </a:accent4>
      <a:accent5>
        <a:srgbClr val="B2B2B2"/>
      </a:accent5>
      <a:accent6>
        <a:srgbClr val="C5C5C5"/>
      </a:accent6>
      <a:hlink>
        <a:srgbClr val="4C4C4C"/>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lgn="ctr">
          <a:solidFill>
            <a:srgbClr val="FFFFFF">
              <a:lumMod val="65000"/>
            </a:srgbClr>
          </a:solidFill>
          <a:prstDash val="sysDot"/>
        </a:ln>
        <a:effectLst/>
      </a:spPr>
      <a:bodyPr/>
      <a:lstStyle/>
    </a:lnDef>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房利美">
    <a:dk1>
      <a:srgbClr val="000000"/>
    </a:dk1>
    <a:lt1>
      <a:srgbClr val="FFFFFF"/>
    </a:lt1>
    <a:dk2>
      <a:srgbClr val="768394"/>
    </a:dk2>
    <a:lt2>
      <a:srgbClr val="F0F0F0"/>
    </a:lt2>
    <a:accent1>
      <a:srgbClr val="FD4439"/>
    </a:accent1>
    <a:accent2>
      <a:srgbClr val="3C72CF"/>
    </a:accent2>
    <a:accent3>
      <a:srgbClr val="FF6A26"/>
    </a:accent3>
    <a:accent4>
      <a:srgbClr val="969696"/>
    </a:accent4>
    <a:accent5>
      <a:srgbClr val="B2B2B2"/>
    </a:accent5>
    <a:accent6>
      <a:srgbClr val="C5C5C5"/>
    </a:accent6>
    <a:hlink>
      <a:srgbClr val="4C4C4C"/>
    </a:hlink>
    <a:folHlink>
      <a:srgbClr val="BFBFBF"/>
    </a:folHlink>
  </a:clrScheme>
</a:themeOverride>
</file>

<file path=ppt/theme/themeOverride2.xml><?xml version="1.0" encoding="utf-8"?>
<a:themeOverride xmlns:a="http://schemas.openxmlformats.org/drawingml/2006/main">
  <a:clrScheme name="房利美">
    <a:dk1>
      <a:srgbClr val="000000"/>
    </a:dk1>
    <a:lt1>
      <a:srgbClr val="FFFFFF"/>
    </a:lt1>
    <a:dk2>
      <a:srgbClr val="768394"/>
    </a:dk2>
    <a:lt2>
      <a:srgbClr val="F0F0F0"/>
    </a:lt2>
    <a:accent1>
      <a:srgbClr val="FD4439"/>
    </a:accent1>
    <a:accent2>
      <a:srgbClr val="3C72CF"/>
    </a:accent2>
    <a:accent3>
      <a:srgbClr val="FF6A26"/>
    </a:accent3>
    <a:accent4>
      <a:srgbClr val="969696"/>
    </a:accent4>
    <a:accent5>
      <a:srgbClr val="B2B2B2"/>
    </a:accent5>
    <a:accent6>
      <a:srgbClr val="C5C5C5"/>
    </a:accent6>
    <a:hlink>
      <a:srgbClr val="4C4C4C"/>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
  <TotalTime>20093</TotalTime>
  <Words>599</Words>
  <Application>Microsoft Office PowerPoint</Application>
  <PresentationFormat>Widescreen</PresentationFormat>
  <Paragraphs>178</Paragraphs>
  <Slides>11</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1" baseType="lpstr">
      <vt:lpstr>Microsoft YaHei</vt:lpstr>
      <vt:lpstr>Microsoft YaHei</vt:lpstr>
      <vt:lpstr>宋体</vt:lpstr>
      <vt:lpstr>Arial</vt:lpstr>
      <vt:lpstr>Arial Black</vt:lpstr>
      <vt:lpstr>Calibri</vt:lpstr>
      <vt:lpstr>Helvetica Light</vt:lpstr>
      <vt:lpstr>Wingdings</vt:lpstr>
      <vt:lpstr>主题5</vt:lpstr>
      <vt:lpstr>think-cell Slide</vt:lpstr>
      <vt:lpstr> APACHE APC MES End To End Decision Making System </vt:lpstr>
      <vt:lpstr>目录 Content</vt:lpstr>
      <vt:lpstr>项目范围 Project Scope</vt:lpstr>
      <vt:lpstr>项目规划 Project Schedule</vt:lpstr>
      <vt:lpstr>项目团队Project Team</vt:lpstr>
      <vt:lpstr>目录 Content</vt:lpstr>
      <vt:lpstr>                       项目组织 Project Organization  </vt:lpstr>
      <vt:lpstr>角色与职责 Project R&amp;R </vt:lpstr>
      <vt:lpstr>项目沟通 Project Communication</vt:lpstr>
      <vt:lpstr>项目沟通-工具 Project Communication- Tools</vt:lpstr>
      <vt:lpstr>Thanks 態度決定高度 Attitude is altitude</vt:lpstr>
    </vt:vector>
  </TitlesOfParts>
  <Manager>iSlide</Manager>
  <Company>iSlide</Company>
  <LinksUpToDate>false</LinksUpToDate>
  <SharedDoc>false</SharedDoc>
  <HyperlinkBase>https://www.islide.cc</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manohar-g</cp:lastModifiedBy>
  <cp:revision>3290</cp:revision>
  <cp:lastPrinted>2024-03-23T05:47:46Z</cp:lastPrinted>
  <dcterms:created xsi:type="dcterms:W3CDTF">2017-11-14T16:00:00Z</dcterms:created>
  <dcterms:modified xsi:type="dcterms:W3CDTF">2025-01-23T11:32:18Z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ies>
</file>