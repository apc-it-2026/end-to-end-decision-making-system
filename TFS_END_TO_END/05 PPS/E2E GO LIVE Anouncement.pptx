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2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7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50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453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00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98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56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65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521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228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8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6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0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44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AFC25-9AB7-4BB8-9D37-259A12F65C31}" type="datetimeFigureOut">
              <a:rPr lang="en-IN" smtClean="0"/>
              <a:t>2025/08/13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64376-5C7B-4A22-AF56-65378C2896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96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7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84"/>
          <p:cNvSpPr/>
          <p:nvPr/>
        </p:nvSpPr>
        <p:spPr>
          <a:xfrm rot="7384817">
            <a:off x="3056563" y="2528611"/>
            <a:ext cx="2936252" cy="3628265"/>
          </a:xfrm>
          <a:custGeom>
            <a:avLst/>
            <a:gdLst>
              <a:gd name="connsiteX0" fmla="*/ 44339 w 3915003"/>
              <a:gd name="connsiteY0" fmla="*/ 3749946 h 4837687"/>
              <a:gd name="connsiteX1" fmla="*/ 379528 w 3915003"/>
              <a:gd name="connsiteY1" fmla="*/ 3573364 h 4837687"/>
              <a:gd name="connsiteX2" fmla="*/ 202946 w 3915003"/>
              <a:gd name="connsiteY2" fmla="*/ 3238176 h 4837687"/>
              <a:gd name="connsiteX3" fmla="*/ 2801783 w 3915003"/>
              <a:gd name="connsiteY3" fmla="*/ 4043607 h 4837687"/>
              <a:gd name="connsiteX4" fmla="*/ 2801785 w 3915003"/>
              <a:gd name="connsiteY4" fmla="*/ 4043610 h 4837687"/>
              <a:gd name="connsiteX5" fmla="*/ 2818460 w 3915003"/>
              <a:gd name="connsiteY5" fmla="*/ 4048777 h 4837687"/>
              <a:gd name="connsiteX6" fmla="*/ 2166662 w 3915003"/>
              <a:gd name="connsiteY6" fmla="*/ 3201533 h 4837687"/>
              <a:gd name="connsiteX7" fmla="*/ 2164462 w 3915003"/>
              <a:gd name="connsiteY7" fmla="*/ 3201246 h 4837687"/>
              <a:gd name="connsiteX8" fmla="*/ 1781912 w 3915003"/>
              <a:gd name="connsiteY8" fmla="*/ 2703989 h 4837687"/>
              <a:gd name="connsiteX9" fmla="*/ 1769779 w 3915003"/>
              <a:gd name="connsiteY9" fmla="*/ 2697264 h 4837687"/>
              <a:gd name="connsiteX10" fmla="*/ 1774382 w 3915003"/>
              <a:gd name="connsiteY10" fmla="*/ 2694200 h 4837687"/>
              <a:gd name="connsiteX11" fmla="*/ 1659012 w 3915003"/>
              <a:gd name="connsiteY11" fmla="*/ 2544235 h 4837687"/>
              <a:gd name="connsiteX12" fmla="*/ 1659009 w 3915003"/>
              <a:gd name="connsiteY12" fmla="*/ 2544233 h 4837687"/>
              <a:gd name="connsiteX13" fmla="*/ 0 w 3915003"/>
              <a:gd name="connsiteY13" fmla="*/ 387764 h 4837687"/>
              <a:gd name="connsiteX14" fmla="*/ 177725 w 3915003"/>
              <a:gd name="connsiteY14" fmla="*/ 379211 h 4837687"/>
              <a:gd name="connsiteX15" fmla="*/ 246517 w 3915003"/>
              <a:gd name="connsiteY15" fmla="*/ 401788 h 4837687"/>
              <a:gd name="connsiteX16" fmla="*/ 282611 w 3915003"/>
              <a:gd name="connsiteY16" fmla="*/ 393969 h 4837687"/>
              <a:gd name="connsiteX17" fmla="*/ 375709 w 3915003"/>
              <a:gd name="connsiteY17" fmla="*/ 381422 h 4837687"/>
              <a:gd name="connsiteX18" fmla="*/ 375733 w 3915003"/>
              <a:gd name="connsiteY18" fmla="*/ 338425 h 4837687"/>
              <a:gd name="connsiteX19" fmla="*/ 367664 w 3915003"/>
              <a:gd name="connsiteY19" fmla="*/ 237171 h 4837687"/>
              <a:gd name="connsiteX20" fmla="*/ 375264 w 3915003"/>
              <a:gd name="connsiteY20" fmla="*/ 148581 h 4837687"/>
              <a:gd name="connsiteX21" fmla="*/ 370762 w 3915003"/>
              <a:gd name="connsiteY21" fmla="*/ 139022 h 4837687"/>
              <a:gd name="connsiteX22" fmla="*/ 366154 w 3915003"/>
              <a:gd name="connsiteY22" fmla="*/ 0 h 4837687"/>
              <a:gd name="connsiteX23" fmla="*/ 3426114 w 3915003"/>
              <a:gd name="connsiteY23" fmla="*/ 1531194 h 4837687"/>
              <a:gd name="connsiteX24" fmla="*/ 3426114 w 3915003"/>
              <a:gd name="connsiteY24" fmla="*/ 1696688 h 4837687"/>
              <a:gd name="connsiteX25" fmla="*/ 3426115 w 3915003"/>
              <a:gd name="connsiteY25" fmla="*/ 1696687 h 4837687"/>
              <a:gd name="connsiteX26" fmla="*/ 3426115 w 3915003"/>
              <a:gd name="connsiteY26" fmla="*/ 1531193 h 4837687"/>
              <a:gd name="connsiteX27" fmla="*/ 3540625 w 3915003"/>
              <a:gd name="connsiteY27" fmla="*/ 1588493 h 4837687"/>
              <a:gd name="connsiteX28" fmla="*/ 3560556 w 3915003"/>
              <a:gd name="connsiteY28" fmla="*/ 1648349 h 4837687"/>
              <a:gd name="connsiteX29" fmla="*/ 3809020 w 3915003"/>
              <a:gd name="connsiteY29" fmla="*/ 1794748 h 4837687"/>
              <a:gd name="connsiteX30" fmla="*/ 3809020 w 3915003"/>
              <a:gd name="connsiteY30" fmla="*/ 1845768 h 4837687"/>
              <a:gd name="connsiteX31" fmla="*/ 3622879 w 3915003"/>
              <a:gd name="connsiteY31" fmla="*/ 1835517 h 4837687"/>
              <a:gd name="connsiteX32" fmla="*/ 3660314 w 3915003"/>
              <a:gd name="connsiteY32" fmla="*/ 1947946 h 4837687"/>
              <a:gd name="connsiteX33" fmla="*/ 3300862 w 3915003"/>
              <a:gd name="connsiteY33" fmla="*/ 2067637 h 4837687"/>
              <a:gd name="connsiteX34" fmla="*/ 2739803 w 3915003"/>
              <a:gd name="connsiteY34" fmla="*/ 1786886 h 4837687"/>
              <a:gd name="connsiteX35" fmla="*/ 2725951 w 3915003"/>
              <a:gd name="connsiteY35" fmla="*/ 1786123 h 4837687"/>
              <a:gd name="connsiteX36" fmla="*/ 2728758 w 3915003"/>
              <a:gd name="connsiteY36" fmla="*/ 1781359 h 4837687"/>
              <a:gd name="connsiteX37" fmla="*/ 2559552 w 3915003"/>
              <a:gd name="connsiteY37" fmla="*/ 1696688 h 4837687"/>
              <a:gd name="connsiteX38" fmla="*/ 2559549 w 3915003"/>
              <a:gd name="connsiteY38" fmla="*/ 1696688 h 4837687"/>
              <a:gd name="connsiteX39" fmla="*/ 1134299 w 3915003"/>
              <a:gd name="connsiteY39" fmla="*/ 983498 h 4837687"/>
              <a:gd name="connsiteX40" fmla="*/ 1597887 w 3915003"/>
              <a:gd name="connsiteY40" fmla="*/ 1586095 h 4837687"/>
              <a:gd name="connsiteX41" fmla="*/ 1598906 w 3915003"/>
              <a:gd name="connsiteY41" fmla="*/ 1584846 h 4837687"/>
              <a:gd name="connsiteX42" fmla="*/ 3685291 w 3915003"/>
              <a:gd name="connsiteY42" fmla="*/ 4296840 h 4837687"/>
              <a:gd name="connsiteX43" fmla="*/ 3643334 w 3915003"/>
              <a:gd name="connsiteY43" fmla="*/ 4383459 h 4837687"/>
              <a:gd name="connsiteX44" fmla="*/ 3643334 w 3915003"/>
              <a:gd name="connsiteY44" fmla="*/ 4383460 h 4837687"/>
              <a:gd name="connsiteX45" fmla="*/ 3685292 w 3915003"/>
              <a:gd name="connsiteY45" fmla="*/ 4296840 h 4837687"/>
              <a:gd name="connsiteX46" fmla="*/ 3763369 w 3915003"/>
              <a:gd name="connsiteY46" fmla="*/ 4398328 h 4837687"/>
              <a:gd name="connsiteX47" fmla="*/ 3755213 w 3915003"/>
              <a:gd name="connsiteY47" fmla="*/ 4460886 h 4837687"/>
              <a:gd name="connsiteX48" fmla="*/ 3915003 w 3915003"/>
              <a:gd name="connsiteY48" fmla="*/ 4700957 h 4837687"/>
              <a:gd name="connsiteX49" fmla="*/ 3892761 w 3915003"/>
              <a:gd name="connsiteY49" fmla="*/ 4746873 h 4837687"/>
              <a:gd name="connsiteX50" fmla="*/ 3729708 w 3915003"/>
              <a:gd name="connsiteY50" fmla="*/ 4656502 h 4837687"/>
              <a:gd name="connsiteX51" fmla="*/ 3720537 w 3915003"/>
              <a:gd name="connsiteY51" fmla="*/ 4726837 h 4837687"/>
              <a:gd name="connsiteX52" fmla="*/ 3806753 w 3915003"/>
              <a:gd name="connsiteY52" fmla="*/ 4800864 h 4837687"/>
              <a:gd name="connsiteX53" fmla="*/ 3771438 w 3915003"/>
              <a:gd name="connsiteY53" fmla="*/ 4837687 h 4837687"/>
              <a:gd name="connsiteX54" fmla="*/ 3490780 w 3915003"/>
              <a:gd name="connsiteY54" fmla="*/ 4771367 h 4837687"/>
              <a:gd name="connsiteX55" fmla="*/ 3434965 w 3915003"/>
              <a:gd name="connsiteY55" fmla="*/ 4800771 h 4837687"/>
              <a:gd name="connsiteX56" fmla="*/ 3312657 w 3915003"/>
              <a:gd name="connsiteY56" fmla="*/ 4762866 h 4837687"/>
              <a:gd name="connsiteX57" fmla="*/ 3347812 w 3915003"/>
              <a:gd name="connsiteY57" fmla="*/ 4726210 h 4837687"/>
              <a:gd name="connsiteX58" fmla="*/ 3347811 w 3915003"/>
              <a:gd name="connsiteY58" fmla="*/ 4726210 h 4837687"/>
              <a:gd name="connsiteX59" fmla="*/ 3312658 w 3915003"/>
              <a:gd name="connsiteY59" fmla="*/ 4762864 h 4837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3915003" h="4837687">
                <a:moveTo>
                  <a:pt x="44339" y="3749946"/>
                </a:moveTo>
                <a:cubicBezTo>
                  <a:pt x="96580" y="3620706"/>
                  <a:pt x="267798" y="3632223"/>
                  <a:pt x="379528" y="3573364"/>
                </a:cubicBezTo>
                <a:cubicBezTo>
                  <a:pt x="320668" y="3461634"/>
                  <a:pt x="169811" y="3355267"/>
                  <a:pt x="202946" y="3238176"/>
                </a:cubicBezTo>
                <a:lnTo>
                  <a:pt x="2801783" y="4043607"/>
                </a:lnTo>
                <a:lnTo>
                  <a:pt x="2801785" y="4043610"/>
                </a:lnTo>
                <a:lnTo>
                  <a:pt x="2818460" y="4048777"/>
                </a:lnTo>
                <a:lnTo>
                  <a:pt x="2166662" y="3201533"/>
                </a:lnTo>
                <a:lnTo>
                  <a:pt x="2164462" y="3201246"/>
                </a:lnTo>
                <a:lnTo>
                  <a:pt x="1781912" y="2703989"/>
                </a:lnTo>
                <a:lnTo>
                  <a:pt x="1769779" y="2697264"/>
                </a:lnTo>
                <a:lnTo>
                  <a:pt x="1774382" y="2694200"/>
                </a:lnTo>
                <a:lnTo>
                  <a:pt x="1659012" y="2544235"/>
                </a:lnTo>
                <a:lnTo>
                  <a:pt x="1659009" y="2544233"/>
                </a:lnTo>
                <a:lnTo>
                  <a:pt x="0" y="387764"/>
                </a:lnTo>
                <a:cubicBezTo>
                  <a:pt x="49129" y="351869"/>
                  <a:pt x="111741" y="360033"/>
                  <a:pt x="177725" y="379211"/>
                </a:cubicBezTo>
                <a:lnTo>
                  <a:pt x="246517" y="401788"/>
                </a:lnTo>
                <a:lnTo>
                  <a:pt x="282611" y="393969"/>
                </a:lnTo>
                <a:lnTo>
                  <a:pt x="375709" y="381422"/>
                </a:lnTo>
                <a:lnTo>
                  <a:pt x="375733" y="338425"/>
                </a:lnTo>
                <a:cubicBezTo>
                  <a:pt x="373044" y="304674"/>
                  <a:pt x="368999" y="270434"/>
                  <a:pt x="367664" y="237171"/>
                </a:cubicBezTo>
                <a:lnTo>
                  <a:pt x="375264" y="148581"/>
                </a:lnTo>
                <a:lnTo>
                  <a:pt x="370762" y="139022"/>
                </a:lnTo>
                <a:cubicBezTo>
                  <a:pt x="353116" y="94372"/>
                  <a:pt x="346747" y="48539"/>
                  <a:pt x="366154" y="0"/>
                </a:cubicBezTo>
                <a:lnTo>
                  <a:pt x="3426114" y="1531194"/>
                </a:lnTo>
                <a:lnTo>
                  <a:pt x="3426114" y="1696688"/>
                </a:lnTo>
                <a:lnTo>
                  <a:pt x="3426115" y="1696687"/>
                </a:lnTo>
                <a:lnTo>
                  <a:pt x="3426115" y="1531193"/>
                </a:lnTo>
                <a:lnTo>
                  <a:pt x="3540625" y="1588493"/>
                </a:lnTo>
                <a:lnTo>
                  <a:pt x="3560556" y="1648349"/>
                </a:lnTo>
                <a:lnTo>
                  <a:pt x="3809020" y="1794748"/>
                </a:lnTo>
                <a:lnTo>
                  <a:pt x="3809020" y="1845768"/>
                </a:lnTo>
                <a:lnTo>
                  <a:pt x="3622879" y="1835517"/>
                </a:lnTo>
                <a:lnTo>
                  <a:pt x="3660314" y="1947946"/>
                </a:lnTo>
                <a:lnTo>
                  <a:pt x="3300862" y="2067637"/>
                </a:lnTo>
                <a:lnTo>
                  <a:pt x="2739803" y="1786886"/>
                </a:lnTo>
                <a:lnTo>
                  <a:pt x="2725951" y="1786123"/>
                </a:lnTo>
                <a:lnTo>
                  <a:pt x="2728758" y="1781359"/>
                </a:lnTo>
                <a:lnTo>
                  <a:pt x="2559552" y="1696688"/>
                </a:lnTo>
                <a:lnTo>
                  <a:pt x="2559549" y="1696688"/>
                </a:lnTo>
                <a:lnTo>
                  <a:pt x="1134299" y="983498"/>
                </a:lnTo>
                <a:lnTo>
                  <a:pt x="1597887" y="1586095"/>
                </a:lnTo>
                <a:lnTo>
                  <a:pt x="1598906" y="1584846"/>
                </a:lnTo>
                <a:lnTo>
                  <a:pt x="3685291" y="4296840"/>
                </a:lnTo>
                <a:lnTo>
                  <a:pt x="3643334" y="4383459"/>
                </a:lnTo>
                <a:lnTo>
                  <a:pt x="3643334" y="4383460"/>
                </a:lnTo>
                <a:lnTo>
                  <a:pt x="3685292" y="4296840"/>
                </a:lnTo>
                <a:lnTo>
                  <a:pt x="3763369" y="4398328"/>
                </a:lnTo>
                <a:lnTo>
                  <a:pt x="3755213" y="4460886"/>
                </a:lnTo>
                <a:lnTo>
                  <a:pt x="3915003" y="4700957"/>
                </a:lnTo>
                <a:lnTo>
                  <a:pt x="3892761" y="4746873"/>
                </a:lnTo>
                <a:lnTo>
                  <a:pt x="3729708" y="4656502"/>
                </a:lnTo>
                <a:lnTo>
                  <a:pt x="3720537" y="4726837"/>
                </a:lnTo>
                <a:lnTo>
                  <a:pt x="3806753" y="4800864"/>
                </a:lnTo>
                <a:lnTo>
                  <a:pt x="3771438" y="4837687"/>
                </a:lnTo>
                <a:lnTo>
                  <a:pt x="3490780" y="4771367"/>
                </a:lnTo>
                <a:lnTo>
                  <a:pt x="3434965" y="4800771"/>
                </a:lnTo>
                <a:lnTo>
                  <a:pt x="3312657" y="4762866"/>
                </a:lnTo>
                <a:lnTo>
                  <a:pt x="3347812" y="4726210"/>
                </a:lnTo>
                <a:lnTo>
                  <a:pt x="3347811" y="4726210"/>
                </a:lnTo>
                <a:lnTo>
                  <a:pt x="3312658" y="476286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 dirty="0"/>
          </a:p>
        </p:txBody>
      </p:sp>
      <p:sp>
        <p:nvSpPr>
          <p:cNvPr id="2" name="TextBox 1"/>
          <p:cNvSpPr txBox="1"/>
          <p:nvPr/>
        </p:nvSpPr>
        <p:spPr>
          <a:xfrm>
            <a:off x="1093713" y="147893"/>
            <a:ext cx="78673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gradFill flip="none" rotWithShape="1">
                  <a:gsLst>
                    <a:gs pos="49000">
                      <a:srgbClr val="0070C0"/>
                    </a:gs>
                    <a:gs pos="30000">
                      <a:srgbClr val="00B0F0"/>
                    </a:gs>
                    <a:gs pos="0">
                      <a:srgbClr val="002060"/>
                    </a:gs>
                    <a:gs pos="76000">
                      <a:srgbClr val="7030A0"/>
                    </a:gs>
                  </a:gsLst>
                  <a:lin ang="11400000" scaled="0"/>
                  <a:tileRect/>
                </a:gradFill>
                <a:latin typeface="72 Black" panose="020B0A04030603020204" pitchFamily="34" charset="0"/>
                <a:cs typeface="72 Black" panose="020B0A04030603020204" pitchFamily="34" charset="0"/>
              </a:rPr>
              <a:t>APC – </a:t>
            </a:r>
            <a:r>
              <a:rPr lang="en-US" sz="2000" b="1" dirty="0" smtClean="0">
                <a:gradFill flip="none" rotWithShape="1">
                  <a:gsLst>
                    <a:gs pos="49000">
                      <a:srgbClr val="0070C0"/>
                    </a:gs>
                    <a:gs pos="30000">
                      <a:srgbClr val="00B0F0"/>
                    </a:gs>
                    <a:gs pos="0">
                      <a:srgbClr val="002060"/>
                    </a:gs>
                    <a:gs pos="76000">
                      <a:srgbClr val="7030A0"/>
                    </a:gs>
                  </a:gsLst>
                  <a:lin ang="11400000" scaled="0"/>
                  <a:tileRect/>
                </a:gradFill>
                <a:latin typeface="72 Black" panose="020B0A04030603020204" pitchFamily="34" charset="0"/>
                <a:cs typeface="72 Black" panose="020B0A04030603020204" pitchFamily="34" charset="0"/>
              </a:rPr>
              <a:t>END TO </a:t>
            </a:r>
            <a:r>
              <a:rPr lang="en-US" sz="2000" b="1" dirty="0" smtClean="0">
                <a:gradFill flip="none" rotWithShape="1">
                  <a:gsLst>
                    <a:gs pos="49000">
                      <a:srgbClr val="0070C0"/>
                    </a:gs>
                    <a:gs pos="30000">
                      <a:srgbClr val="00B0F0"/>
                    </a:gs>
                    <a:gs pos="0">
                      <a:srgbClr val="002060"/>
                    </a:gs>
                    <a:gs pos="76000">
                      <a:srgbClr val="7030A0"/>
                    </a:gs>
                  </a:gsLst>
                  <a:lin ang="11400000" scaled="0"/>
                  <a:tileRect/>
                </a:gradFill>
                <a:latin typeface="72 Black" panose="020B0A04030603020204" pitchFamily="34" charset="0"/>
                <a:cs typeface="72 Black" panose="020B0A04030603020204" pitchFamily="34" charset="0"/>
              </a:rPr>
              <a:t>END DECISION MAKING SYSTEM</a:t>
            </a:r>
            <a:endParaRPr lang="en-IN" sz="2000" b="1" dirty="0">
              <a:gradFill flip="none" rotWithShape="1">
                <a:gsLst>
                  <a:gs pos="49000">
                    <a:srgbClr val="0070C0"/>
                  </a:gs>
                  <a:gs pos="30000">
                    <a:srgbClr val="00B0F0"/>
                  </a:gs>
                  <a:gs pos="0">
                    <a:srgbClr val="002060"/>
                  </a:gs>
                  <a:gs pos="76000">
                    <a:srgbClr val="7030A0"/>
                  </a:gs>
                </a:gsLst>
                <a:lin ang="11400000" scaled="0"/>
                <a:tileRect/>
              </a:gradFill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4320292" y="1171749"/>
            <a:ext cx="2074544" cy="1818365"/>
            <a:chOff x="3994074" y="1036955"/>
            <a:chExt cx="3728035" cy="3159181"/>
          </a:xfrm>
        </p:grpSpPr>
        <p:grpSp>
          <p:nvGrpSpPr>
            <p:cNvPr id="32" name="Group 31"/>
            <p:cNvGrpSpPr/>
            <p:nvPr/>
          </p:nvGrpSpPr>
          <p:grpSpPr>
            <a:xfrm>
              <a:off x="4737355" y="1036955"/>
              <a:ext cx="2984754" cy="2770230"/>
              <a:chOff x="4737357" y="1036956"/>
              <a:chExt cx="2984755" cy="2770230"/>
            </a:xfrm>
          </p:grpSpPr>
          <p:sp>
            <p:nvSpPr>
              <p:cNvPr id="46" name="Freeform 45"/>
              <p:cNvSpPr/>
              <p:nvPr/>
            </p:nvSpPr>
            <p:spPr>
              <a:xfrm rot="5400000">
                <a:off x="5591488" y="3046471"/>
                <a:ext cx="1054883" cy="466548"/>
              </a:xfrm>
              <a:custGeom>
                <a:avLst/>
                <a:gdLst>
                  <a:gd name="connsiteX0" fmla="*/ 0 w 1054883"/>
                  <a:gd name="connsiteY0" fmla="*/ 361152 h 466548"/>
                  <a:gd name="connsiteX1" fmla="*/ 0 w 1054883"/>
                  <a:gd name="connsiteY1" fmla="*/ 0 h 466548"/>
                  <a:gd name="connsiteX2" fmla="*/ 443057 w 1054883"/>
                  <a:gd name="connsiteY2" fmla="*/ 0 h 466548"/>
                  <a:gd name="connsiteX3" fmla="*/ 462464 w 1054883"/>
                  <a:gd name="connsiteY3" fmla="*/ 10025 h 466548"/>
                  <a:gd name="connsiteX4" fmla="*/ 461791 w 1054883"/>
                  <a:gd name="connsiteY4" fmla="*/ 8104 h 466548"/>
                  <a:gd name="connsiteX5" fmla="*/ 1054883 w 1054883"/>
                  <a:gd name="connsiteY5" fmla="*/ 315022 h 466548"/>
                  <a:gd name="connsiteX6" fmla="*/ 622421 w 1054883"/>
                  <a:gd name="connsiteY6" fmla="*/ 466548 h 466548"/>
                  <a:gd name="connsiteX7" fmla="*/ 563663 w 1054883"/>
                  <a:gd name="connsiteY7" fmla="*/ 298851 h 466548"/>
                  <a:gd name="connsiteX8" fmla="*/ 443057 w 1054883"/>
                  <a:gd name="connsiteY8" fmla="*/ 361152 h 4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4883" h="466548">
                    <a:moveTo>
                      <a:pt x="0" y="361152"/>
                    </a:moveTo>
                    <a:lnTo>
                      <a:pt x="0" y="0"/>
                    </a:lnTo>
                    <a:lnTo>
                      <a:pt x="443057" y="0"/>
                    </a:lnTo>
                    <a:lnTo>
                      <a:pt x="462464" y="10025"/>
                    </a:lnTo>
                    <a:lnTo>
                      <a:pt x="461791" y="8104"/>
                    </a:lnTo>
                    <a:lnTo>
                      <a:pt x="1054883" y="315022"/>
                    </a:lnTo>
                    <a:lnTo>
                      <a:pt x="622421" y="466548"/>
                    </a:lnTo>
                    <a:lnTo>
                      <a:pt x="563663" y="298851"/>
                    </a:lnTo>
                    <a:lnTo>
                      <a:pt x="443057" y="361152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25" name="Freeform 24"/>
              <p:cNvSpPr/>
              <p:nvPr/>
            </p:nvSpPr>
            <p:spPr>
              <a:xfrm rot="2957128">
                <a:off x="5286082" y="2129321"/>
                <a:ext cx="1032659" cy="1198285"/>
              </a:xfrm>
              <a:custGeom>
                <a:avLst/>
                <a:gdLst>
                  <a:gd name="connsiteX0" fmla="*/ 3780 w 1032659"/>
                  <a:gd name="connsiteY0" fmla="*/ 2205 h 1198285"/>
                  <a:gd name="connsiteX1" fmla="*/ 142566 w 1032659"/>
                  <a:gd name="connsiteY1" fmla="*/ 19636 h 1198285"/>
                  <a:gd name="connsiteX2" fmla="*/ 543163 w 1032659"/>
                  <a:gd name="connsiteY2" fmla="*/ 35871 h 1198285"/>
                  <a:gd name="connsiteX3" fmla="*/ 943359 w 1032659"/>
                  <a:gd name="connsiteY3" fmla="*/ 11687 h 1198285"/>
                  <a:gd name="connsiteX4" fmla="*/ 1023506 w 1032659"/>
                  <a:gd name="connsiteY4" fmla="*/ 0 h 1198285"/>
                  <a:gd name="connsiteX5" fmla="*/ 1032431 w 1032659"/>
                  <a:gd name="connsiteY5" fmla="*/ 96870 h 1198285"/>
                  <a:gd name="connsiteX6" fmla="*/ 826327 w 1032659"/>
                  <a:gd name="connsiteY6" fmla="*/ 1170733 h 1198285"/>
                  <a:gd name="connsiteX7" fmla="*/ 666033 w 1032659"/>
                  <a:gd name="connsiteY7" fmla="*/ 1165723 h 1198285"/>
                  <a:gd name="connsiteX8" fmla="*/ 329961 w 1032659"/>
                  <a:gd name="connsiteY8" fmla="*/ 1180944 h 1198285"/>
                  <a:gd name="connsiteX9" fmla="*/ 198011 w 1032659"/>
                  <a:gd name="connsiteY9" fmla="*/ 1198285 h 1198285"/>
                  <a:gd name="connsiteX10" fmla="*/ 0 w 1032659"/>
                  <a:gd name="connsiteY10" fmla="*/ 101721 h 1198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32659" h="1198285">
                    <a:moveTo>
                      <a:pt x="3780" y="2205"/>
                    </a:moveTo>
                    <a:lnTo>
                      <a:pt x="142566" y="19636"/>
                    </a:lnTo>
                    <a:cubicBezTo>
                      <a:pt x="265761" y="31428"/>
                      <a:pt x="401136" y="37281"/>
                      <a:pt x="543163" y="35871"/>
                    </a:cubicBezTo>
                    <a:cubicBezTo>
                      <a:pt x="685190" y="34461"/>
                      <a:pt x="820423" y="25922"/>
                      <a:pt x="943359" y="11687"/>
                    </a:cubicBezTo>
                    <a:lnTo>
                      <a:pt x="1023506" y="0"/>
                    </a:lnTo>
                    <a:lnTo>
                      <a:pt x="1032431" y="96870"/>
                    </a:lnTo>
                    <a:cubicBezTo>
                      <a:pt x="1039453" y="448986"/>
                      <a:pt x="882408" y="813751"/>
                      <a:pt x="826327" y="1170733"/>
                    </a:cubicBezTo>
                    <a:lnTo>
                      <a:pt x="666033" y="1165723"/>
                    </a:lnTo>
                    <a:cubicBezTo>
                      <a:pt x="546856" y="1165037"/>
                      <a:pt x="433287" y="1170492"/>
                      <a:pt x="329961" y="1180944"/>
                    </a:cubicBezTo>
                    <a:lnTo>
                      <a:pt x="198011" y="1198285"/>
                    </a:lnTo>
                    <a:cubicBezTo>
                      <a:pt x="140668" y="833268"/>
                      <a:pt x="5659" y="474238"/>
                      <a:pt x="0" y="101721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30" name="Freeform 29"/>
              <p:cNvSpPr/>
              <p:nvPr/>
            </p:nvSpPr>
            <p:spPr>
              <a:xfrm rot="13698135">
                <a:off x="6204291" y="1327031"/>
                <a:ext cx="1032659" cy="1198285"/>
              </a:xfrm>
              <a:custGeom>
                <a:avLst/>
                <a:gdLst>
                  <a:gd name="connsiteX0" fmla="*/ 3780 w 1032659"/>
                  <a:gd name="connsiteY0" fmla="*/ 2205 h 1198285"/>
                  <a:gd name="connsiteX1" fmla="*/ 142566 w 1032659"/>
                  <a:gd name="connsiteY1" fmla="*/ 19636 h 1198285"/>
                  <a:gd name="connsiteX2" fmla="*/ 543163 w 1032659"/>
                  <a:gd name="connsiteY2" fmla="*/ 35871 h 1198285"/>
                  <a:gd name="connsiteX3" fmla="*/ 943359 w 1032659"/>
                  <a:gd name="connsiteY3" fmla="*/ 11687 h 1198285"/>
                  <a:gd name="connsiteX4" fmla="*/ 1023506 w 1032659"/>
                  <a:gd name="connsiteY4" fmla="*/ 0 h 1198285"/>
                  <a:gd name="connsiteX5" fmla="*/ 1032431 w 1032659"/>
                  <a:gd name="connsiteY5" fmla="*/ 96870 h 1198285"/>
                  <a:gd name="connsiteX6" fmla="*/ 826327 w 1032659"/>
                  <a:gd name="connsiteY6" fmla="*/ 1170733 h 1198285"/>
                  <a:gd name="connsiteX7" fmla="*/ 666033 w 1032659"/>
                  <a:gd name="connsiteY7" fmla="*/ 1165723 h 1198285"/>
                  <a:gd name="connsiteX8" fmla="*/ 329961 w 1032659"/>
                  <a:gd name="connsiteY8" fmla="*/ 1180944 h 1198285"/>
                  <a:gd name="connsiteX9" fmla="*/ 198011 w 1032659"/>
                  <a:gd name="connsiteY9" fmla="*/ 1198285 h 1198285"/>
                  <a:gd name="connsiteX10" fmla="*/ 0 w 1032659"/>
                  <a:gd name="connsiteY10" fmla="*/ 101721 h 1198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32659" h="1198285">
                    <a:moveTo>
                      <a:pt x="3780" y="2205"/>
                    </a:moveTo>
                    <a:lnTo>
                      <a:pt x="142566" y="19636"/>
                    </a:lnTo>
                    <a:cubicBezTo>
                      <a:pt x="265761" y="31428"/>
                      <a:pt x="401136" y="37281"/>
                      <a:pt x="543163" y="35871"/>
                    </a:cubicBezTo>
                    <a:cubicBezTo>
                      <a:pt x="685190" y="34461"/>
                      <a:pt x="820423" y="25922"/>
                      <a:pt x="943359" y="11687"/>
                    </a:cubicBezTo>
                    <a:lnTo>
                      <a:pt x="1023506" y="0"/>
                    </a:lnTo>
                    <a:lnTo>
                      <a:pt x="1032431" y="96870"/>
                    </a:lnTo>
                    <a:cubicBezTo>
                      <a:pt x="1039453" y="448986"/>
                      <a:pt x="882408" y="813751"/>
                      <a:pt x="826327" y="1170733"/>
                    </a:cubicBezTo>
                    <a:lnTo>
                      <a:pt x="666033" y="1165723"/>
                    </a:lnTo>
                    <a:cubicBezTo>
                      <a:pt x="546856" y="1165037"/>
                      <a:pt x="433287" y="1170492"/>
                      <a:pt x="329961" y="1180944"/>
                    </a:cubicBezTo>
                    <a:lnTo>
                      <a:pt x="198011" y="1198285"/>
                    </a:lnTo>
                    <a:cubicBezTo>
                      <a:pt x="140668" y="833268"/>
                      <a:pt x="5659" y="474238"/>
                      <a:pt x="0" y="10172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37" name="Freeform 36"/>
              <p:cNvSpPr/>
              <p:nvPr/>
            </p:nvSpPr>
            <p:spPr>
              <a:xfrm rot="18983680">
                <a:off x="7107497" y="1036956"/>
                <a:ext cx="521477" cy="604707"/>
              </a:xfrm>
              <a:custGeom>
                <a:avLst/>
                <a:gdLst>
                  <a:gd name="connsiteX0" fmla="*/ 521477 w 521477"/>
                  <a:gd name="connsiteY0" fmla="*/ 216486 h 457461"/>
                  <a:gd name="connsiteX1" fmla="*/ 24445 w 521477"/>
                  <a:gd name="connsiteY1" fmla="*/ 457461 h 457461"/>
                  <a:gd name="connsiteX2" fmla="*/ 22836 w 521477"/>
                  <a:gd name="connsiteY2" fmla="*/ 450926 h 457461"/>
                  <a:gd name="connsiteX3" fmla="*/ 0 w 521477"/>
                  <a:gd name="connsiteY3" fmla="*/ 213771 h 457461"/>
                  <a:gd name="connsiteX4" fmla="*/ 5782 w 521477"/>
                  <a:gd name="connsiteY4" fmla="*/ 93775 h 457461"/>
                  <a:gd name="connsiteX5" fmla="*/ 19432 w 521477"/>
                  <a:gd name="connsiteY5" fmla="*/ 0 h 457461"/>
                  <a:gd name="connsiteX6" fmla="*/ 521477 w 521477"/>
                  <a:gd name="connsiteY6" fmla="*/ 216486 h 457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21477" h="457461">
                    <a:moveTo>
                      <a:pt x="521477" y="216486"/>
                    </a:moveTo>
                    <a:lnTo>
                      <a:pt x="24445" y="457461"/>
                    </a:lnTo>
                    <a:lnTo>
                      <a:pt x="22836" y="450926"/>
                    </a:lnTo>
                    <a:cubicBezTo>
                      <a:pt x="7808" y="374004"/>
                      <a:pt x="0" y="294476"/>
                      <a:pt x="0" y="213771"/>
                    </a:cubicBezTo>
                    <a:cubicBezTo>
                      <a:pt x="0" y="173419"/>
                      <a:pt x="1952" y="133360"/>
                      <a:pt x="5782" y="93775"/>
                    </a:cubicBezTo>
                    <a:lnTo>
                      <a:pt x="19432" y="0"/>
                    </a:lnTo>
                    <a:lnTo>
                      <a:pt x="521477" y="216486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 rot="19039474">
                <a:off x="7502649" y="1079643"/>
                <a:ext cx="219463" cy="28358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6495627" y="1581506"/>
                <a:ext cx="556762" cy="55676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47" name="Freeform 46"/>
              <p:cNvSpPr/>
              <p:nvPr/>
            </p:nvSpPr>
            <p:spPr>
              <a:xfrm rot="10641825" flipV="1">
                <a:off x="4737357" y="2162282"/>
                <a:ext cx="1054883" cy="466548"/>
              </a:xfrm>
              <a:custGeom>
                <a:avLst/>
                <a:gdLst>
                  <a:gd name="connsiteX0" fmla="*/ 0 w 1054883"/>
                  <a:gd name="connsiteY0" fmla="*/ 361152 h 466548"/>
                  <a:gd name="connsiteX1" fmla="*/ 0 w 1054883"/>
                  <a:gd name="connsiteY1" fmla="*/ 0 h 466548"/>
                  <a:gd name="connsiteX2" fmla="*/ 443057 w 1054883"/>
                  <a:gd name="connsiteY2" fmla="*/ 0 h 466548"/>
                  <a:gd name="connsiteX3" fmla="*/ 462464 w 1054883"/>
                  <a:gd name="connsiteY3" fmla="*/ 10025 h 466548"/>
                  <a:gd name="connsiteX4" fmla="*/ 461791 w 1054883"/>
                  <a:gd name="connsiteY4" fmla="*/ 8104 h 466548"/>
                  <a:gd name="connsiteX5" fmla="*/ 1054883 w 1054883"/>
                  <a:gd name="connsiteY5" fmla="*/ 315022 h 466548"/>
                  <a:gd name="connsiteX6" fmla="*/ 622421 w 1054883"/>
                  <a:gd name="connsiteY6" fmla="*/ 466548 h 466548"/>
                  <a:gd name="connsiteX7" fmla="*/ 563663 w 1054883"/>
                  <a:gd name="connsiteY7" fmla="*/ 298851 h 466548"/>
                  <a:gd name="connsiteX8" fmla="*/ 443057 w 1054883"/>
                  <a:gd name="connsiteY8" fmla="*/ 361152 h 466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54883" h="466548">
                    <a:moveTo>
                      <a:pt x="0" y="361152"/>
                    </a:moveTo>
                    <a:lnTo>
                      <a:pt x="0" y="0"/>
                    </a:lnTo>
                    <a:lnTo>
                      <a:pt x="443057" y="0"/>
                    </a:lnTo>
                    <a:lnTo>
                      <a:pt x="462464" y="10025"/>
                    </a:lnTo>
                    <a:lnTo>
                      <a:pt x="461791" y="8104"/>
                    </a:lnTo>
                    <a:lnTo>
                      <a:pt x="1054883" y="315022"/>
                    </a:lnTo>
                    <a:lnTo>
                      <a:pt x="622421" y="466548"/>
                    </a:lnTo>
                    <a:lnTo>
                      <a:pt x="563663" y="298851"/>
                    </a:lnTo>
                    <a:lnTo>
                      <a:pt x="443057" y="361152"/>
                    </a:ln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  <p:sp>
            <p:nvSpPr>
              <p:cNvPr id="31" name="Isosceles Triangle 30"/>
              <p:cNvSpPr/>
              <p:nvPr/>
            </p:nvSpPr>
            <p:spPr>
              <a:xfrm rot="2924767">
                <a:off x="5718111" y="2289447"/>
                <a:ext cx="179256" cy="810899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350"/>
              </a:p>
            </p:txBody>
          </p:sp>
        </p:grpSp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932794" flipH="1">
              <a:off x="4119159" y="2700057"/>
              <a:ext cx="1370994" cy="162116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89" name="TextBox 88"/>
          <p:cNvSpPr txBox="1"/>
          <p:nvPr/>
        </p:nvSpPr>
        <p:spPr>
          <a:xfrm>
            <a:off x="1844045" y="2474842"/>
            <a:ext cx="1935069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dirty="0" smtClean="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2025/08/09</a:t>
            </a:r>
            <a:endParaRPr lang="en-US" sz="1600" dirty="0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algn="r"/>
            <a:r>
              <a:rPr lang="en-US" sz="105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GRR (Go live Readiness Review)</a:t>
            </a:r>
            <a:endParaRPr lang="en-IN" sz="105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85CE7503-E028-45DE-A6D2-3638C107AA16}"/>
              </a:ext>
            </a:extLst>
          </p:cNvPr>
          <p:cNvSpPr txBox="1"/>
          <p:nvPr/>
        </p:nvSpPr>
        <p:spPr>
          <a:xfrm>
            <a:off x="6829108" y="3786564"/>
            <a:ext cx="1935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54"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lang="en-US" sz="1600" dirty="0" smtClean="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2025/01/23</a:t>
            </a:r>
            <a:endParaRPr lang="en-US" sz="1600" dirty="0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Project Kick-off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E416BD3C-98E5-4475-832C-B314C0A17C49}"/>
              </a:ext>
            </a:extLst>
          </p:cNvPr>
          <p:cNvSpPr txBox="1"/>
          <p:nvPr/>
        </p:nvSpPr>
        <p:spPr>
          <a:xfrm>
            <a:off x="2133438" y="5126602"/>
            <a:ext cx="1832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2025/01/21</a:t>
            </a:r>
            <a:endParaRPr lang="en-US" sz="1600" dirty="0">
              <a:solidFill>
                <a:srgbClr val="002060"/>
              </a:solidFill>
            </a:endParaRPr>
          </a:p>
          <a:p>
            <a:pPr algn="r"/>
            <a:r>
              <a:rPr lang="en-US" sz="16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Project Initiated</a:t>
            </a:r>
            <a:endParaRPr lang="en-IN" sz="160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9CADD9D8-1705-486E-B3F9-1CB97374B180}"/>
              </a:ext>
            </a:extLst>
          </p:cNvPr>
          <p:cNvSpPr txBox="1"/>
          <p:nvPr/>
        </p:nvSpPr>
        <p:spPr>
          <a:xfrm>
            <a:off x="285202" y="4085211"/>
            <a:ext cx="18966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US" sz="1600" dirty="0" smtClean="0">
                <a:solidFill>
                  <a:srgbClr val="00206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2025/06/28</a:t>
            </a:r>
            <a:endParaRPr lang="en-US" sz="1600" dirty="0">
              <a:solidFill>
                <a:srgbClr val="00206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algn="r"/>
            <a:r>
              <a:rPr lang="en-US" sz="1400" dirty="0" smtClean="0">
                <a:ln w="0"/>
                <a:latin typeface="Roboto" panose="02000000000000000000" pitchFamily="2" charset="0"/>
                <a:ea typeface="Roboto" panose="02000000000000000000" pitchFamily="2" charset="0"/>
              </a:rPr>
              <a:t>Development Completed</a:t>
            </a:r>
            <a:endParaRPr lang="en-IN" sz="1000" dirty="0">
              <a:solidFill>
                <a:schemeClr val="tx1">
                  <a:lumMod val="95000"/>
                  <a:lumOff val="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3972386" y="5211277"/>
            <a:ext cx="576985" cy="575498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529" y="5181024"/>
            <a:ext cx="512435" cy="512435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197913" y="3847070"/>
            <a:ext cx="648173" cy="631284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328" y="3969529"/>
            <a:ext cx="386366" cy="386366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2200083" y="4111331"/>
            <a:ext cx="627204" cy="669830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507" y="4093240"/>
            <a:ext cx="521433" cy="521433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856975" y="2772057"/>
            <a:ext cx="598433" cy="596525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2386" y="2892091"/>
            <a:ext cx="405006" cy="40500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939765" y="684897"/>
            <a:ext cx="36631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400" b="1" dirty="0" smtClean="0">
                <a:ln/>
                <a:gradFill>
                  <a:gsLst>
                    <a:gs pos="51000">
                      <a:srgbClr val="92D050"/>
                    </a:gs>
                    <a:gs pos="11000">
                      <a:srgbClr val="00B050"/>
                    </a:gs>
                    <a:gs pos="89000">
                      <a:srgbClr val="00B050"/>
                    </a:gs>
                  </a:gsLst>
                  <a:lin ang="8100000" scaled="0"/>
                </a:gradFill>
                <a:effectLst>
                  <a:outerShdw blurRad="38100" dist="38100" dir="2700000" algn="tl">
                    <a:srgbClr val="FFFF00">
                      <a:alpha val="62000"/>
                    </a:srgb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Go </a:t>
            </a:r>
            <a:r>
              <a:rPr lang="en-US" sz="2400" b="1" dirty="0">
                <a:ln/>
                <a:gradFill>
                  <a:gsLst>
                    <a:gs pos="51000">
                      <a:srgbClr val="92D050"/>
                    </a:gs>
                    <a:gs pos="11000">
                      <a:srgbClr val="00B050"/>
                    </a:gs>
                    <a:gs pos="89000">
                      <a:srgbClr val="00B050"/>
                    </a:gs>
                  </a:gsLst>
                  <a:lin ang="8100000" scaled="0"/>
                </a:gradFill>
                <a:effectLst>
                  <a:outerShdw blurRad="38100" dist="38100" dir="2700000" algn="tl">
                    <a:srgbClr val="FFFF00">
                      <a:alpha val="62000"/>
                    </a:srgbClr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live announcement</a:t>
            </a:r>
            <a:endParaRPr lang="en-US" sz="2400" b="1" cap="none" spc="0" dirty="0">
              <a:ln/>
              <a:gradFill>
                <a:gsLst>
                  <a:gs pos="51000">
                    <a:srgbClr val="92D050"/>
                  </a:gs>
                  <a:gs pos="11000">
                    <a:srgbClr val="00B050"/>
                  </a:gs>
                  <a:gs pos="89000">
                    <a:srgbClr val="00B050"/>
                  </a:gs>
                </a:gsLst>
                <a:lin ang="8100000" scaled="0"/>
              </a:gradFill>
              <a:effectLst>
                <a:outerShdw blurRad="38100" dist="38100" dir="2700000" algn="tl">
                  <a:srgbClr val="FFFF00">
                    <a:alpha val="62000"/>
                  </a:srgbClr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759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28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Microsoft Yahei</vt:lpstr>
      <vt:lpstr>72 Black</vt:lpstr>
      <vt:lpstr>Arial</vt:lpstr>
      <vt:lpstr>Calibri</vt:lpstr>
      <vt:lpstr>Calibri Light</vt:lpstr>
      <vt:lpstr>Roboto</vt:lpstr>
      <vt:lpstr>Office Theme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manohar-g</cp:lastModifiedBy>
  <cp:revision>9</cp:revision>
  <dcterms:created xsi:type="dcterms:W3CDTF">2018-12-01T06:21:15Z</dcterms:created>
  <dcterms:modified xsi:type="dcterms:W3CDTF">2025-08-13T03:44:16Z</dcterms:modified>
</cp:coreProperties>
</file>