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5872D-7B22-4053-9267-978FE197C2EA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4317-4219-40B2-842B-D8B3039D5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496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5872D-7B22-4053-9267-978FE197C2EA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4317-4219-40B2-842B-D8B3039D5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80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5872D-7B22-4053-9267-978FE197C2EA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4317-4219-40B2-842B-D8B3039D5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49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5872D-7B22-4053-9267-978FE197C2EA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4317-4219-40B2-842B-D8B3039D5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428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5872D-7B22-4053-9267-978FE197C2EA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4317-4219-40B2-842B-D8B3039D5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687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5872D-7B22-4053-9267-978FE197C2EA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4317-4219-40B2-842B-D8B3039D5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77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5872D-7B22-4053-9267-978FE197C2EA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4317-4219-40B2-842B-D8B3039D5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676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5872D-7B22-4053-9267-978FE197C2EA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4317-4219-40B2-842B-D8B3039D5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45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5872D-7B22-4053-9267-978FE197C2EA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4317-4219-40B2-842B-D8B3039D5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350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5872D-7B22-4053-9267-978FE197C2EA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4317-4219-40B2-842B-D8B3039D5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705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5872D-7B22-4053-9267-978FE197C2EA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4317-4219-40B2-842B-D8B3039D5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89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5872D-7B22-4053-9267-978FE197C2EA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D4317-4219-40B2-842B-D8B3039D5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945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8102" y="1620033"/>
            <a:ext cx="901503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END TO END </a:t>
            </a:r>
          </a:p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DECISION MAKING SYSTEM </a:t>
            </a:r>
          </a:p>
          <a:p>
            <a:pPr algn="ctr"/>
            <a:r>
              <a:rPr lang="en-US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SPIKE RELATED SCREEN SHOTS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14943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50" y="319732"/>
            <a:ext cx="11623589" cy="653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76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977"/>
            <a:ext cx="12192000" cy="585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41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4051"/>
            <a:ext cx="12192000" cy="586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404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119"/>
            <a:ext cx="12192000" cy="587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71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36588"/>
            <a:ext cx="8959481" cy="45710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048" y="129461"/>
            <a:ext cx="2913944" cy="649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48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08" y="812606"/>
            <a:ext cx="11778253" cy="548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384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</Words>
  <Application>Microsoft Office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7</cp:revision>
  <dcterms:created xsi:type="dcterms:W3CDTF">2025-12-03T03:13:29Z</dcterms:created>
  <dcterms:modified xsi:type="dcterms:W3CDTF">2025-12-03T03:27:10Z</dcterms:modified>
</cp:coreProperties>
</file>